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14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6" y="4"/>
            <a:ext cx="3038475" cy="46513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342" y="4"/>
            <a:ext cx="3038475" cy="46513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701675" y="4416431"/>
            <a:ext cx="5607050" cy="4183063"/>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6" y="8829679"/>
            <a:ext cx="3038475" cy="4651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Shape 59"/>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Shape 60"/>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0" i="1" u="none" strike="noStrike" cap="none">
              <a:solidFill>
                <a:schemeClr val="dk1"/>
              </a:solidFill>
              <a:latin typeface="Times New Roman"/>
              <a:ea typeface="Times New Roman"/>
              <a:cs typeface="Times New Roman"/>
              <a:sym typeface="Times New Roman"/>
            </a:endParaRPr>
          </a:p>
        </p:txBody>
      </p:sp>
      <p:sp>
        <p:nvSpPr>
          <p:cNvPr id="61" name="Shape 61"/>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Shape 67"/>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68" name="Shape 68"/>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Shape 76"/>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77" name="Shape 77"/>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Shape 85"/>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86" name="Shape 86"/>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Shape 96"/>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97" name="Shape 97"/>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5</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Shape 106"/>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Shape 107"/>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108" name="Shape 108"/>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Shape 118"/>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Shape 119"/>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120" name="Shape 120"/>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7</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1181100" y="698500"/>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Shape 127"/>
          <p:cNvSpPr txBox="1">
            <a:spLocks noGrp="1"/>
          </p:cNvSpPr>
          <p:nvPr>
            <p:ph type="body" idx="1"/>
          </p:nvPr>
        </p:nvSpPr>
        <p:spPr>
          <a:xfrm>
            <a:off x="701675" y="4416431"/>
            <a:ext cx="5607050" cy="4183063"/>
          </a:xfrm>
          <a:prstGeom prst="rect">
            <a:avLst/>
          </a:prstGeom>
          <a:noFill/>
          <a:ln>
            <a:noFill/>
          </a:ln>
        </p:spPr>
        <p:txBody>
          <a:bodyPr spcFirstLastPara="1" wrap="square" lIns="93175" tIns="46575" rIns="93175" bIns="46575" anchor="t" anchorCtr="0">
            <a:noAutofit/>
          </a:bodyPr>
          <a:lstStyle/>
          <a:p>
            <a:pPr marL="0" marR="0" lvl="0" indent="0" algn="l" rtl="0">
              <a:spcBef>
                <a:spcPts val="0"/>
              </a:spcBef>
              <a:spcAft>
                <a:spcPts val="0"/>
              </a:spcAft>
              <a:buNone/>
            </a:pPr>
            <a:endParaRPr sz="1200" b="1" i="0" u="none" strike="noStrike" cap="none">
              <a:solidFill>
                <a:schemeClr val="dk1"/>
              </a:solidFill>
              <a:latin typeface="Times New Roman"/>
              <a:ea typeface="Times New Roman"/>
              <a:cs typeface="Times New Roman"/>
              <a:sym typeface="Times New Roman"/>
            </a:endParaRPr>
          </a:p>
        </p:txBody>
      </p:sp>
      <p:sp>
        <p:nvSpPr>
          <p:cNvPr id="128" name="Shape 128"/>
          <p:cNvSpPr txBox="1">
            <a:spLocks noGrp="1"/>
          </p:cNvSpPr>
          <p:nvPr>
            <p:ph type="sldNum" idx="12"/>
          </p:nvPr>
        </p:nvSpPr>
        <p:spPr>
          <a:xfrm>
            <a:off x="3970342" y="8829679"/>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8</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Shape 16"/>
          <p:cNvPicPr preferRelativeResize="0"/>
          <p:nvPr/>
        </p:nvPicPr>
        <p:blipFill rotWithShape="1">
          <a:blip r:embed="rId2">
            <a:alphaModFix/>
          </a:blip>
          <a:srcRect/>
          <a:stretch/>
        </p:blipFill>
        <p:spPr>
          <a:xfrm>
            <a:off x="0" y="4423"/>
            <a:ext cx="9153760" cy="6916174"/>
          </a:xfrm>
          <a:prstGeom prst="rect">
            <a:avLst/>
          </a:prstGeom>
          <a:noFill/>
          <a:ln>
            <a:noFill/>
          </a:ln>
        </p:spPr>
      </p:pic>
      <p:pic>
        <p:nvPicPr>
          <p:cNvPr id="17" name="Shape 17"/>
          <p:cNvPicPr preferRelativeResize="0"/>
          <p:nvPr/>
        </p:nvPicPr>
        <p:blipFill rotWithShape="1">
          <a:blip r:embed="rId3">
            <a:alphaModFix/>
          </a:blip>
          <a:srcRect/>
          <a:stretch/>
        </p:blipFill>
        <p:spPr>
          <a:xfrm>
            <a:off x="345498" y="182494"/>
            <a:ext cx="4107232" cy="425892"/>
          </a:xfrm>
          <a:prstGeom prst="rect">
            <a:avLst/>
          </a:prstGeom>
          <a:noFill/>
          <a:ln>
            <a:noFill/>
          </a:ln>
        </p:spPr>
      </p:pic>
      <p:pic>
        <p:nvPicPr>
          <p:cNvPr id="18" name="Shape 18"/>
          <p:cNvPicPr preferRelativeResize="0"/>
          <p:nvPr/>
        </p:nvPicPr>
        <p:blipFill rotWithShape="1">
          <a:blip r:embed="rId4">
            <a:alphaModFix/>
          </a:blip>
          <a:srcRect/>
          <a:stretch/>
        </p:blipFill>
        <p:spPr>
          <a:xfrm>
            <a:off x="3763746" y="1262672"/>
            <a:ext cx="4539211" cy="1624906"/>
          </a:xfrm>
          <a:prstGeom prst="round2DiagRect">
            <a:avLst>
              <a:gd name="adj1" fmla="val 16667"/>
              <a:gd name="adj2" fmla="val 0"/>
            </a:avLst>
          </a:prstGeom>
          <a:noFill/>
          <a:ln>
            <a:noFill/>
          </a:ln>
          <a:effectLst>
            <a:outerShdw blurRad="63500" sx="102000" sy="102000" algn="ctr" rotWithShape="0">
              <a:srgbClr val="000000">
                <a:alpha val="40000"/>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126124" y="914400"/>
            <a:ext cx="8891751" cy="8382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21" name="Shape 21"/>
          <p:cNvSpPr txBox="1">
            <a:spLocks noGrp="1"/>
          </p:cNvSpPr>
          <p:nvPr>
            <p:ph type="body" idx="1"/>
          </p:nvPr>
        </p:nvSpPr>
        <p:spPr>
          <a:xfrm>
            <a:off x="126124" y="1876097"/>
            <a:ext cx="8907517" cy="4824247"/>
          </a:xfrm>
          <a:prstGeom prst="rect">
            <a:avLst/>
          </a:prstGeom>
          <a:noFill/>
          <a:ln>
            <a:noFill/>
          </a:ln>
        </p:spPr>
        <p:txBody>
          <a:bodyPr spcFirstLastPara="1" wrap="square" lIns="91425" tIns="91425" rIns="91425" bIns="91425" anchor="t" anchorCtr="0"/>
          <a:lstStyle>
            <a:lvl1pPr marL="457200" marR="0" lvl="0" indent="-457200" algn="l" rtl="0">
              <a:spcBef>
                <a:spcPts val="720"/>
              </a:spcBef>
              <a:spcAft>
                <a:spcPts val="0"/>
              </a:spcAft>
              <a:buClr>
                <a:srgbClr val="000000"/>
              </a:buClr>
              <a:buSzPts val="3600"/>
              <a:buFont typeface="Times New Roman"/>
              <a:buChar char="•"/>
              <a:defRPr sz="3600" b="0" i="0" u="none" strike="noStrike" cap="none">
                <a:solidFill>
                  <a:srgbClr val="002B5E"/>
                </a:solidFill>
                <a:latin typeface="Times New Roman"/>
                <a:ea typeface="Times New Roman"/>
                <a:cs typeface="Times New Roman"/>
                <a:sym typeface="Times New Roman"/>
              </a:defRPr>
            </a:lvl1pPr>
            <a:lvl2pPr marL="914400" marR="0" lvl="1"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L="1371600" marR="0" lvl="2" indent="-406400"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L="1828800" marR="0" lvl="3"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L="2286000" marR="0" lvl="4"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16457F">
            <a:alpha val="14901"/>
          </a:srgbClr>
        </a:solidFill>
        <a:effectLst/>
      </p:bgPr>
    </p:bg>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712788" y="1520825"/>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24" name="Shape 24"/>
          <p:cNvSpPr txBox="1">
            <a:spLocks noGrp="1"/>
          </p:cNvSpPr>
          <p:nvPr>
            <p:ph type="body" idx="1"/>
          </p:nvPr>
        </p:nvSpPr>
        <p:spPr>
          <a:xfrm>
            <a:off x="722313" y="3087688"/>
            <a:ext cx="7772400" cy="1500187"/>
          </a:xfrm>
          <a:prstGeom prst="rect">
            <a:avLst/>
          </a:prstGeom>
          <a:noFill/>
          <a:ln>
            <a:noFill/>
          </a:ln>
        </p:spPr>
        <p:txBody>
          <a:bodyPr spcFirstLastPara="1" wrap="square" lIns="91425" tIns="91425" rIns="91425" bIns="91425" anchor="t" anchorCtr="0"/>
          <a:lstStyle>
            <a:lvl1pPr marL="457200" marR="0" lvl="0" indent="-228600" algn="l" rtl="0">
              <a:spcBef>
                <a:spcPts val="720"/>
              </a:spcBef>
              <a:spcAft>
                <a:spcPts val="0"/>
              </a:spcAft>
              <a:buClr>
                <a:srgbClr val="000000"/>
              </a:buClr>
              <a:buSzPts val="3600"/>
              <a:buFont typeface="Times New Roman"/>
              <a:buNone/>
              <a:defRPr sz="3600" b="1" i="0" u="none" strike="noStrike" cap="none">
                <a:solidFill>
                  <a:srgbClr val="888888"/>
                </a:solidFill>
                <a:latin typeface="Times New Roman"/>
                <a:ea typeface="Times New Roman"/>
                <a:cs typeface="Times New Roman"/>
                <a:sym typeface="Times New Roman"/>
              </a:defRPr>
            </a:lvl1pPr>
            <a:lvl2pPr marL="914400" marR="0" lvl="1" indent="-228600" algn="l" rtl="0">
              <a:spcBef>
                <a:spcPts val="600"/>
              </a:spcBef>
              <a:spcAft>
                <a:spcPts val="0"/>
              </a:spcAft>
              <a:buClr>
                <a:srgbClr val="000000"/>
              </a:buClr>
              <a:buSzPts val="1800"/>
              <a:buFont typeface="Times New Roman"/>
              <a:buNone/>
              <a:defRPr sz="1800" b="0" i="0" u="none" strike="noStrike" cap="none">
                <a:solidFill>
                  <a:srgbClr val="888888"/>
                </a:solidFill>
                <a:latin typeface="Times New Roman"/>
                <a:ea typeface="Times New Roman"/>
                <a:cs typeface="Times New Roman"/>
                <a:sym typeface="Times New Roman"/>
              </a:defRPr>
            </a:lvl2pPr>
            <a:lvl3pPr marL="1371600" marR="0" lvl="2" indent="-228600" algn="l" rtl="0">
              <a:spcBef>
                <a:spcPts val="1200"/>
              </a:spcBef>
              <a:spcAft>
                <a:spcPts val="0"/>
              </a:spcAft>
              <a:buClr>
                <a:srgbClr val="000000"/>
              </a:buClr>
              <a:buSzPts val="1600"/>
              <a:buFont typeface="Times New Roman"/>
              <a:buNone/>
              <a:defRPr sz="1600" b="0" i="0" u="none" strike="noStrike" cap="none">
                <a:solidFill>
                  <a:srgbClr val="888888"/>
                </a:solidFill>
                <a:latin typeface="Times New Roman"/>
                <a:ea typeface="Times New Roman"/>
                <a:cs typeface="Times New Roman"/>
                <a:sym typeface="Times New Roman"/>
              </a:defRPr>
            </a:lvl3pPr>
            <a:lvl4pPr marL="1828800" marR="0" lvl="3" indent="-228600" algn="l" rtl="0">
              <a:spcBef>
                <a:spcPts val="1200"/>
              </a:spcBef>
              <a:spcAft>
                <a:spcPts val="0"/>
              </a:spcAft>
              <a:buClr>
                <a:srgbClr val="000000"/>
              </a:buClr>
              <a:buSzPts val="1400"/>
              <a:buFont typeface="Times New Roman"/>
              <a:buNone/>
              <a:defRPr sz="1400" b="0" i="0" u="none" strike="noStrike" cap="none">
                <a:solidFill>
                  <a:srgbClr val="888888"/>
                </a:solidFill>
                <a:latin typeface="Times New Roman"/>
                <a:ea typeface="Times New Roman"/>
                <a:cs typeface="Times New Roman"/>
                <a:sym typeface="Times New Roman"/>
              </a:defRPr>
            </a:lvl4pPr>
            <a:lvl5pPr marL="2286000" marR="0" lvl="4" indent="-228600" algn="l" rtl="0">
              <a:spcBef>
                <a:spcPts val="1200"/>
              </a:spcBef>
              <a:spcAft>
                <a:spcPts val="0"/>
              </a:spcAft>
              <a:buClr>
                <a:srgbClr val="000000"/>
              </a:buClr>
              <a:buSzPts val="1400"/>
              <a:buFont typeface="Times New Roman"/>
              <a:buNone/>
              <a:defRPr sz="1400" b="0" i="0" u="none" strike="noStrike" cap="none">
                <a:solidFill>
                  <a:srgbClr val="888888"/>
                </a:solidFill>
                <a:latin typeface="Times New Roman"/>
                <a:ea typeface="Times New Roman"/>
                <a:cs typeface="Times New Roman"/>
                <a:sym typeface="Times New Roman"/>
              </a:defRPr>
            </a:lvl5pPr>
            <a:lvl6pPr marL="2743200" marR="0" lvl="5" indent="-228600" algn="l" rtl="0">
              <a:spcBef>
                <a:spcPts val="1200"/>
              </a:spcBef>
              <a:spcAft>
                <a:spcPts val="0"/>
              </a:spcAft>
              <a:buClr>
                <a:srgbClr val="888888"/>
              </a:buClr>
              <a:buSzPts val="1400"/>
              <a:buFont typeface="Georgia"/>
              <a:buNone/>
              <a:defRPr sz="1400" b="0" i="0" u="none" strike="noStrike" cap="none">
                <a:solidFill>
                  <a:srgbClr val="888888"/>
                </a:solidFill>
                <a:latin typeface="Georgia"/>
                <a:ea typeface="Georgia"/>
                <a:cs typeface="Georgia"/>
                <a:sym typeface="Georgia"/>
              </a:defRPr>
            </a:lvl6pPr>
            <a:lvl7pPr marL="3200400" marR="0" lvl="6" indent="-228600" algn="l" rtl="0">
              <a:spcBef>
                <a:spcPts val="280"/>
              </a:spcBef>
              <a:spcAft>
                <a:spcPts val="0"/>
              </a:spcAft>
              <a:buClr>
                <a:srgbClr val="888888"/>
              </a:buClr>
              <a:buSzPts val="1400"/>
              <a:buFont typeface="Georgia"/>
              <a:buNone/>
              <a:defRPr sz="1400" b="0" i="0" u="none" strike="noStrike" cap="none">
                <a:solidFill>
                  <a:srgbClr val="888888"/>
                </a:solidFill>
                <a:latin typeface="Georgia"/>
                <a:ea typeface="Georgia"/>
                <a:cs typeface="Georgia"/>
                <a:sym typeface="Georgia"/>
              </a:defRPr>
            </a:lvl7pPr>
            <a:lvl8pPr marL="3657600" marR="0" lvl="7" indent="-228600" algn="l" rtl="0">
              <a:spcBef>
                <a:spcPts val="280"/>
              </a:spcBef>
              <a:spcAft>
                <a:spcPts val="0"/>
              </a:spcAft>
              <a:buClr>
                <a:srgbClr val="888888"/>
              </a:buClr>
              <a:buSzPts val="1400"/>
              <a:buFont typeface="Georgia"/>
              <a:buNone/>
              <a:defRPr sz="1400" b="0" i="0" u="none" strike="noStrike" cap="none">
                <a:solidFill>
                  <a:srgbClr val="888888"/>
                </a:solidFill>
                <a:latin typeface="Georgia"/>
                <a:ea typeface="Georgia"/>
                <a:cs typeface="Georgia"/>
                <a:sym typeface="Georgia"/>
              </a:defRPr>
            </a:lvl8pPr>
            <a:lvl9pPr marL="4114800" marR="0" lvl="8" indent="-228600" algn="l" rtl="0">
              <a:spcBef>
                <a:spcPts val="280"/>
              </a:spcBef>
              <a:spcAft>
                <a:spcPts val="0"/>
              </a:spcAft>
              <a:buClr>
                <a:srgbClr val="888888"/>
              </a:buClr>
              <a:buSzPts val="1400"/>
              <a:buFont typeface="Georgia"/>
              <a:buNone/>
              <a:defRPr sz="1400" b="0" i="0" u="none" strike="noStrike" cap="none">
                <a:solidFill>
                  <a:srgbClr val="888888"/>
                </a:solidFill>
                <a:latin typeface="Georgia"/>
                <a:ea typeface="Georgia"/>
                <a:cs typeface="Georgia"/>
                <a:sym typeface="Georgia"/>
              </a:defRPr>
            </a:lvl9pPr>
          </a:lstStyle>
          <a:p>
            <a:endParaRPr/>
          </a:p>
        </p:txBody>
      </p:sp>
      <p:cxnSp>
        <p:nvCxnSpPr>
          <p:cNvPr id="25" name="Shape 25"/>
          <p:cNvCxnSpPr/>
          <p:nvPr/>
        </p:nvCxnSpPr>
        <p:spPr>
          <a:xfrm>
            <a:off x="723900" y="2981325"/>
            <a:ext cx="7781925" cy="0"/>
          </a:xfrm>
          <a:prstGeom prst="straightConnector1">
            <a:avLst/>
          </a:prstGeom>
          <a:noFill/>
          <a:ln w="25400" cap="flat" cmpd="sng">
            <a:solidFill>
              <a:srgbClr val="777777"/>
            </a:solidFill>
            <a:prstDash val="solid"/>
            <a:round/>
            <a:headEnd type="none" w="sm" len="sm"/>
            <a:tailEnd type="none" w="sm" len="sm"/>
          </a:ln>
          <a:effectLst>
            <a:outerShdw blurRad="40000" dist="20000" dir="5400000" rotWithShape="0">
              <a:srgbClr val="000000">
                <a:alpha val="37647"/>
              </a:srgbClr>
            </a:outerShdw>
          </a:effectLst>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Only">
  <p:cSld name="Content Only">
    <p:spTree>
      <p:nvGrpSpPr>
        <p:cNvPr id="1" name="Shape 26"/>
        <p:cNvGrpSpPr/>
        <p:nvPr/>
      </p:nvGrpSpPr>
      <p:grpSpPr>
        <a:xfrm>
          <a:off x="0" y="0"/>
          <a:ext cx="0" cy="0"/>
          <a:chOff x="0" y="0"/>
          <a:chExt cx="0" cy="0"/>
        </a:xfrm>
      </p:grpSpPr>
      <p:sp>
        <p:nvSpPr>
          <p:cNvPr id="27" name="Shape 27"/>
          <p:cNvSpPr txBox="1">
            <a:spLocks noGrp="1"/>
          </p:cNvSpPr>
          <p:nvPr>
            <p:ph type="body" idx="1"/>
          </p:nvPr>
        </p:nvSpPr>
        <p:spPr>
          <a:xfrm>
            <a:off x="204953" y="993228"/>
            <a:ext cx="8718330" cy="5659819"/>
          </a:xfrm>
          <a:prstGeom prst="rect">
            <a:avLst/>
          </a:prstGeom>
          <a:noFill/>
          <a:ln>
            <a:noFill/>
          </a:ln>
        </p:spPr>
        <p:txBody>
          <a:bodyPr spcFirstLastPara="1" wrap="square" lIns="91425" tIns="91425" rIns="91425" bIns="91425" anchor="t" anchorCtr="0"/>
          <a:lstStyle>
            <a:lvl1pPr marL="457200" marR="0" lvl="0" indent="-457200" algn="l" rtl="0">
              <a:spcBef>
                <a:spcPts val="720"/>
              </a:spcBef>
              <a:spcAft>
                <a:spcPts val="0"/>
              </a:spcAft>
              <a:buClr>
                <a:srgbClr val="000000"/>
              </a:buClr>
              <a:buSzPts val="3600"/>
              <a:buFont typeface="Times New Roman"/>
              <a:buChar char="•"/>
              <a:defRPr sz="3600" b="0" i="0" u="none" strike="noStrike" cap="none">
                <a:solidFill>
                  <a:srgbClr val="002B5E"/>
                </a:solidFill>
                <a:latin typeface="Times New Roman"/>
                <a:ea typeface="Times New Roman"/>
                <a:cs typeface="Times New Roman"/>
                <a:sym typeface="Times New Roman"/>
              </a:defRPr>
            </a:lvl1pPr>
            <a:lvl2pPr marL="914400" marR="0" lvl="1"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L="1371600" marR="0" lvl="2" indent="-406400"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L="1828800" marR="0" lvl="3"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L="2286000" marR="0" lvl="4"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Shape 29"/>
          <p:cNvSpPr txBox="1">
            <a:spLocks noGrp="1"/>
          </p:cNvSpPr>
          <p:nvPr>
            <p:ph type="body" idx="1"/>
          </p:nvPr>
        </p:nvSpPr>
        <p:spPr>
          <a:xfrm>
            <a:off x="144518" y="1981199"/>
            <a:ext cx="4285592" cy="4687615"/>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1pPr>
            <a:lvl2pPr marL="914400" marR="0" lvl="1" indent="-381000" algn="l" rtl="0">
              <a:spcBef>
                <a:spcPts val="6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2pPr>
            <a:lvl3pPr marL="1371600" marR="0" lvl="2" indent="-355600" algn="l" rtl="0">
              <a:spcBef>
                <a:spcPts val="12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3pPr>
            <a:lvl4pPr marL="1828800" marR="0" lvl="3"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4pPr>
            <a:lvl5pPr marL="2286000" marR="0" lvl="4"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5pPr>
            <a:lvl6pPr marL="2743200" marR="0" lvl="5" indent="-342900" algn="l" rtl="0">
              <a:spcBef>
                <a:spcPts val="120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6pPr>
            <a:lvl7pPr marL="3200400" marR="0" lvl="6"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7pPr>
            <a:lvl8pPr marL="3657600" marR="0" lvl="7"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8pPr>
            <a:lvl9pPr marL="4114800" marR="0" lvl="8"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9pPr>
          </a:lstStyle>
          <a:p>
            <a:endParaRPr/>
          </a:p>
        </p:txBody>
      </p:sp>
      <p:sp>
        <p:nvSpPr>
          <p:cNvPr id="30" name="Shape 30"/>
          <p:cNvSpPr txBox="1">
            <a:spLocks noGrp="1"/>
          </p:cNvSpPr>
          <p:nvPr>
            <p:ph type="body" idx="2"/>
          </p:nvPr>
        </p:nvSpPr>
        <p:spPr>
          <a:xfrm>
            <a:off x="4650828" y="1970690"/>
            <a:ext cx="4351282" cy="4713888"/>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1pPr>
            <a:lvl2pPr marL="914400" marR="0" lvl="1" indent="-381000" algn="l" rtl="0">
              <a:spcBef>
                <a:spcPts val="6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2pPr>
            <a:lvl3pPr marL="1371600" marR="0" lvl="2" indent="-355600" algn="l" rtl="0">
              <a:spcBef>
                <a:spcPts val="12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3pPr>
            <a:lvl4pPr marL="1828800" marR="0" lvl="3"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4pPr>
            <a:lvl5pPr marL="2286000" marR="0" lvl="4"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5pPr>
            <a:lvl6pPr marL="2743200" marR="0" lvl="5" indent="-342900" algn="l" rtl="0">
              <a:spcBef>
                <a:spcPts val="120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6pPr>
            <a:lvl7pPr marL="3200400" marR="0" lvl="6"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7pPr>
            <a:lvl8pPr marL="3657600" marR="0" lvl="7"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8pPr>
            <a:lvl9pPr marL="4114800" marR="0" lvl="8" indent="-342900" algn="l" rtl="0">
              <a:spcBef>
                <a:spcPts val="360"/>
              </a:spcBef>
              <a:spcAft>
                <a:spcPts val="0"/>
              </a:spcAft>
              <a:buClr>
                <a:srgbClr val="003E7E"/>
              </a:buClr>
              <a:buSzPts val="1800"/>
              <a:buFont typeface="Georgia"/>
              <a:buChar char="»"/>
              <a:defRPr sz="1800" b="0" i="0" u="none" strike="noStrike" cap="none">
                <a:solidFill>
                  <a:srgbClr val="003E7E"/>
                </a:solidFill>
                <a:latin typeface="Georgia"/>
                <a:ea typeface="Georgia"/>
                <a:cs typeface="Georgia"/>
                <a:sym typeface="Georgia"/>
              </a:defRPr>
            </a:lvl9pPr>
          </a:lstStyle>
          <a:p>
            <a:endParaRPr/>
          </a:p>
        </p:txBody>
      </p:sp>
      <p:sp>
        <p:nvSpPr>
          <p:cNvPr id="31" name="Shape 31"/>
          <p:cNvSpPr txBox="1">
            <a:spLocks noGrp="1"/>
          </p:cNvSpPr>
          <p:nvPr>
            <p:ph type="title"/>
          </p:nvPr>
        </p:nvSpPr>
        <p:spPr>
          <a:xfrm>
            <a:off x="126124" y="914400"/>
            <a:ext cx="8891751" cy="8382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2"/>
        <p:cNvGrpSpPr/>
        <p:nvPr/>
      </p:nvGrpSpPr>
      <p:grpSpPr>
        <a:xfrm>
          <a:off x="0" y="0"/>
          <a:ext cx="0" cy="0"/>
          <a:chOff x="0" y="0"/>
          <a:chExt cx="0" cy="0"/>
        </a:xfrm>
      </p:grpSpPr>
      <p:sp>
        <p:nvSpPr>
          <p:cNvPr id="33" name="Shape 33"/>
          <p:cNvSpPr txBox="1">
            <a:spLocks noGrp="1"/>
          </p:cNvSpPr>
          <p:nvPr>
            <p:ph type="body" idx="1"/>
          </p:nvPr>
        </p:nvSpPr>
        <p:spPr>
          <a:xfrm>
            <a:off x="141890" y="1891863"/>
            <a:ext cx="4351282" cy="472965"/>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000000"/>
              </a:buClr>
              <a:buSzPts val="2400"/>
              <a:buFont typeface="Times New Roman"/>
              <a:buNone/>
              <a:defRPr sz="2400" b="1" i="0" u="none" strike="noStrike" cap="none">
                <a:solidFill>
                  <a:srgbClr val="002B5E"/>
                </a:solidFill>
                <a:latin typeface="Times New Roman"/>
                <a:ea typeface="Times New Roman"/>
                <a:cs typeface="Times New Roman"/>
                <a:sym typeface="Times New Roman"/>
              </a:defRPr>
            </a:lvl1pPr>
            <a:lvl2pPr marL="914400" marR="0" lvl="1" indent="-228600" algn="l" rtl="0">
              <a:spcBef>
                <a:spcPts val="600"/>
              </a:spcBef>
              <a:spcAft>
                <a:spcPts val="0"/>
              </a:spcAft>
              <a:buClr>
                <a:srgbClr val="000000"/>
              </a:buClr>
              <a:buSzPts val="2000"/>
              <a:buFont typeface="Times New Roman"/>
              <a:buNone/>
              <a:defRPr sz="2000" b="1" i="0" u="none" strike="noStrike" cap="none">
                <a:solidFill>
                  <a:srgbClr val="002B5E"/>
                </a:solidFill>
                <a:latin typeface="Times New Roman"/>
                <a:ea typeface="Times New Roman"/>
                <a:cs typeface="Times New Roman"/>
                <a:sym typeface="Times New Roman"/>
              </a:defRPr>
            </a:lvl2pPr>
            <a:lvl3pPr marL="1371600" marR="0" lvl="2" indent="-228600" algn="l" rtl="0">
              <a:spcBef>
                <a:spcPts val="1200"/>
              </a:spcBef>
              <a:spcAft>
                <a:spcPts val="0"/>
              </a:spcAft>
              <a:buClr>
                <a:srgbClr val="000000"/>
              </a:buClr>
              <a:buSzPts val="1800"/>
              <a:buFont typeface="Times New Roman"/>
              <a:buNone/>
              <a:defRPr sz="1800" b="1" i="0" u="none" strike="noStrike" cap="none">
                <a:solidFill>
                  <a:srgbClr val="002B5E"/>
                </a:solidFill>
                <a:latin typeface="Times New Roman"/>
                <a:ea typeface="Times New Roman"/>
                <a:cs typeface="Times New Roman"/>
                <a:sym typeface="Times New Roman"/>
              </a:defRPr>
            </a:lvl3pPr>
            <a:lvl4pPr marL="1828800" marR="0" lvl="3" indent="-228600" algn="l" rtl="0">
              <a:spcBef>
                <a:spcPts val="1200"/>
              </a:spcBef>
              <a:spcAft>
                <a:spcPts val="0"/>
              </a:spcAft>
              <a:buClr>
                <a:srgbClr val="000000"/>
              </a:buClr>
              <a:buSzPts val="1600"/>
              <a:buFont typeface="Times New Roman"/>
              <a:buNone/>
              <a:defRPr sz="1600" b="1" i="0" u="none" strike="noStrike" cap="none">
                <a:solidFill>
                  <a:srgbClr val="002B5E"/>
                </a:solidFill>
                <a:latin typeface="Times New Roman"/>
                <a:ea typeface="Times New Roman"/>
                <a:cs typeface="Times New Roman"/>
                <a:sym typeface="Times New Roman"/>
              </a:defRPr>
            </a:lvl4pPr>
            <a:lvl5pPr marL="2286000" marR="0" lvl="4" indent="-228600" algn="l" rtl="0">
              <a:spcBef>
                <a:spcPts val="1200"/>
              </a:spcBef>
              <a:spcAft>
                <a:spcPts val="0"/>
              </a:spcAft>
              <a:buClr>
                <a:srgbClr val="000000"/>
              </a:buClr>
              <a:buSzPts val="1600"/>
              <a:buFont typeface="Times New Roman"/>
              <a:buNone/>
              <a:defRPr sz="1600" b="1" i="0" u="none" strike="noStrike" cap="none">
                <a:solidFill>
                  <a:srgbClr val="002B5E"/>
                </a:solidFill>
                <a:latin typeface="Times New Roman"/>
                <a:ea typeface="Times New Roman"/>
                <a:cs typeface="Times New Roman"/>
                <a:sym typeface="Times New Roman"/>
              </a:defRPr>
            </a:lvl5pPr>
            <a:lvl6pPr marL="2743200" marR="0" lvl="5" indent="-228600" algn="l" rtl="0">
              <a:spcBef>
                <a:spcPts val="120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6pPr>
            <a:lvl7pPr marL="3200400" marR="0" lvl="6"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7pPr>
            <a:lvl8pPr marL="3657600" marR="0" lvl="7"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8pPr>
            <a:lvl9pPr marL="4114800" marR="0" lvl="8"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9pPr>
          </a:lstStyle>
          <a:p>
            <a:endParaRPr/>
          </a:p>
        </p:txBody>
      </p:sp>
      <p:sp>
        <p:nvSpPr>
          <p:cNvPr id="34" name="Shape 34"/>
          <p:cNvSpPr txBox="1">
            <a:spLocks noGrp="1"/>
          </p:cNvSpPr>
          <p:nvPr>
            <p:ph type="body" idx="2"/>
          </p:nvPr>
        </p:nvSpPr>
        <p:spPr>
          <a:xfrm>
            <a:off x="157656" y="2569340"/>
            <a:ext cx="4335516" cy="4146769"/>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1pPr>
            <a:lvl2pPr marL="914400" marR="0" lvl="1" indent="-355600" algn="l" rtl="0">
              <a:spcBef>
                <a:spcPts val="6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2pPr>
            <a:lvl3pPr marL="1371600" marR="0" lvl="2"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3pPr>
            <a:lvl4pPr marL="1828800" marR="0" lvl="3" indent="-330200" algn="l" rtl="0">
              <a:spcBef>
                <a:spcPts val="1200"/>
              </a:spcBef>
              <a:spcAft>
                <a:spcPts val="0"/>
              </a:spcAft>
              <a:buClr>
                <a:srgbClr val="000000"/>
              </a:buClr>
              <a:buSzPts val="1600"/>
              <a:buFont typeface="Times New Roman"/>
              <a:buChar char="–"/>
              <a:defRPr sz="1600" b="0" i="0" u="none" strike="noStrike" cap="none">
                <a:solidFill>
                  <a:srgbClr val="002B5E"/>
                </a:solidFill>
                <a:latin typeface="Times New Roman"/>
                <a:ea typeface="Times New Roman"/>
                <a:cs typeface="Times New Roman"/>
                <a:sym typeface="Times New Roman"/>
              </a:defRPr>
            </a:lvl4pPr>
            <a:lvl5pPr marL="2286000" marR="0" lvl="4" indent="-330200" algn="l" rtl="0">
              <a:spcBef>
                <a:spcPts val="1200"/>
              </a:spcBef>
              <a:spcAft>
                <a:spcPts val="0"/>
              </a:spcAft>
              <a:buClr>
                <a:srgbClr val="000000"/>
              </a:buClr>
              <a:buSzPts val="1600"/>
              <a:buFont typeface="Times New Roman"/>
              <a:buChar char="»"/>
              <a:defRPr sz="1600" b="0" i="0" u="none" strike="noStrike" cap="none">
                <a:solidFill>
                  <a:srgbClr val="002B5E"/>
                </a:solidFill>
                <a:latin typeface="Times New Roman"/>
                <a:ea typeface="Times New Roman"/>
                <a:cs typeface="Times New Roman"/>
                <a:sym typeface="Times New Roman"/>
              </a:defRPr>
            </a:lvl5pPr>
            <a:lvl6pPr marL="2743200" marR="0" lvl="5" indent="-330200" algn="l" rtl="0">
              <a:spcBef>
                <a:spcPts val="120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6pPr>
            <a:lvl7pPr marL="3200400" marR="0" lvl="6"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7pPr>
            <a:lvl8pPr marL="3657600" marR="0" lvl="7"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8pPr>
            <a:lvl9pPr marL="4114800" marR="0" lvl="8"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9pPr>
          </a:lstStyle>
          <a:p>
            <a:endParaRPr/>
          </a:p>
        </p:txBody>
      </p:sp>
      <p:sp>
        <p:nvSpPr>
          <p:cNvPr id="35" name="Shape 35"/>
          <p:cNvSpPr txBox="1">
            <a:spLocks noGrp="1"/>
          </p:cNvSpPr>
          <p:nvPr>
            <p:ph type="body" idx="3"/>
          </p:nvPr>
        </p:nvSpPr>
        <p:spPr>
          <a:xfrm>
            <a:off x="4635063" y="1891862"/>
            <a:ext cx="4398578" cy="488731"/>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000000"/>
              </a:buClr>
              <a:buSzPts val="2400"/>
              <a:buFont typeface="Times New Roman"/>
              <a:buNone/>
              <a:defRPr sz="2400" b="1" i="0" u="none" strike="noStrike" cap="none">
                <a:solidFill>
                  <a:srgbClr val="002B5E"/>
                </a:solidFill>
                <a:latin typeface="Times New Roman"/>
                <a:ea typeface="Times New Roman"/>
                <a:cs typeface="Times New Roman"/>
                <a:sym typeface="Times New Roman"/>
              </a:defRPr>
            </a:lvl1pPr>
            <a:lvl2pPr marL="914400" marR="0" lvl="1" indent="-228600" algn="l" rtl="0">
              <a:spcBef>
                <a:spcPts val="600"/>
              </a:spcBef>
              <a:spcAft>
                <a:spcPts val="0"/>
              </a:spcAft>
              <a:buClr>
                <a:srgbClr val="000000"/>
              </a:buClr>
              <a:buSzPts val="2000"/>
              <a:buFont typeface="Times New Roman"/>
              <a:buNone/>
              <a:defRPr sz="2000" b="1" i="0" u="none" strike="noStrike" cap="none">
                <a:solidFill>
                  <a:srgbClr val="002B5E"/>
                </a:solidFill>
                <a:latin typeface="Times New Roman"/>
                <a:ea typeface="Times New Roman"/>
                <a:cs typeface="Times New Roman"/>
                <a:sym typeface="Times New Roman"/>
              </a:defRPr>
            </a:lvl2pPr>
            <a:lvl3pPr marL="1371600" marR="0" lvl="2" indent="-228600" algn="l" rtl="0">
              <a:spcBef>
                <a:spcPts val="1200"/>
              </a:spcBef>
              <a:spcAft>
                <a:spcPts val="0"/>
              </a:spcAft>
              <a:buClr>
                <a:srgbClr val="000000"/>
              </a:buClr>
              <a:buSzPts val="1800"/>
              <a:buFont typeface="Times New Roman"/>
              <a:buNone/>
              <a:defRPr sz="1800" b="1" i="0" u="none" strike="noStrike" cap="none">
                <a:solidFill>
                  <a:srgbClr val="002B5E"/>
                </a:solidFill>
                <a:latin typeface="Times New Roman"/>
                <a:ea typeface="Times New Roman"/>
                <a:cs typeface="Times New Roman"/>
                <a:sym typeface="Times New Roman"/>
              </a:defRPr>
            </a:lvl3pPr>
            <a:lvl4pPr marL="1828800" marR="0" lvl="3" indent="-228600" algn="l" rtl="0">
              <a:spcBef>
                <a:spcPts val="1200"/>
              </a:spcBef>
              <a:spcAft>
                <a:spcPts val="0"/>
              </a:spcAft>
              <a:buClr>
                <a:srgbClr val="000000"/>
              </a:buClr>
              <a:buSzPts val="1600"/>
              <a:buFont typeface="Times New Roman"/>
              <a:buNone/>
              <a:defRPr sz="1600" b="1" i="0" u="none" strike="noStrike" cap="none">
                <a:solidFill>
                  <a:srgbClr val="002B5E"/>
                </a:solidFill>
                <a:latin typeface="Times New Roman"/>
                <a:ea typeface="Times New Roman"/>
                <a:cs typeface="Times New Roman"/>
                <a:sym typeface="Times New Roman"/>
              </a:defRPr>
            </a:lvl4pPr>
            <a:lvl5pPr marL="2286000" marR="0" lvl="4" indent="-228600" algn="l" rtl="0">
              <a:spcBef>
                <a:spcPts val="1200"/>
              </a:spcBef>
              <a:spcAft>
                <a:spcPts val="0"/>
              </a:spcAft>
              <a:buClr>
                <a:srgbClr val="000000"/>
              </a:buClr>
              <a:buSzPts val="1600"/>
              <a:buFont typeface="Times New Roman"/>
              <a:buNone/>
              <a:defRPr sz="1600" b="1" i="0" u="none" strike="noStrike" cap="none">
                <a:solidFill>
                  <a:srgbClr val="002B5E"/>
                </a:solidFill>
                <a:latin typeface="Times New Roman"/>
                <a:ea typeface="Times New Roman"/>
                <a:cs typeface="Times New Roman"/>
                <a:sym typeface="Times New Roman"/>
              </a:defRPr>
            </a:lvl5pPr>
            <a:lvl6pPr marL="2743200" marR="0" lvl="5" indent="-228600" algn="l" rtl="0">
              <a:spcBef>
                <a:spcPts val="120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6pPr>
            <a:lvl7pPr marL="3200400" marR="0" lvl="6"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7pPr>
            <a:lvl8pPr marL="3657600" marR="0" lvl="7"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8pPr>
            <a:lvl9pPr marL="4114800" marR="0" lvl="8" indent="-228600" algn="l" rtl="0">
              <a:spcBef>
                <a:spcPts val="320"/>
              </a:spcBef>
              <a:spcAft>
                <a:spcPts val="0"/>
              </a:spcAft>
              <a:buClr>
                <a:srgbClr val="003E7E"/>
              </a:buClr>
              <a:buSzPts val="1600"/>
              <a:buFont typeface="Georgia"/>
              <a:buNone/>
              <a:defRPr sz="1600" b="1" i="0" u="none" strike="noStrike" cap="none">
                <a:solidFill>
                  <a:srgbClr val="003E7E"/>
                </a:solidFill>
                <a:latin typeface="Georgia"/>
                <a:ea typeface="Georgia"/>
                <a:cs typeface="Georgia"/>
                <a:sym typeface="Georgia"/>
              </a:defRPr>
            </a:lvl9pPr>
          </a:lstStyle>
          <a:p>
            <a:endParaRPr/>
          </a:p>
        </p:txBody>
      </p:sp>
      <p:sp>
        <p:nvSpPr>
          <p:cNvPr id="36" name="Shape 36"/>
          <p:cNvSpPr txBox="1">
            <a:spLocks noGrp="1"/>
          </p:cNvSpPr>
          <p:nvPr>
            <p:ph type="body" idx="4"/>
          </p:nvPr>
        </p:nvSpPr>
        <p:spPr>
          <a:xfrm>
            <a:off x="4635063" y="2569779"/>
            <a:ext cx="4398578" cy="4130566"/>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1pPr>
            <a:lvl2pPr marL="914400" marR="0" lvl="1" indent="-355600" algn="l" rtl="0">
              <a:spcBef>
                <a:spcPts val="6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2pPr>
            <a:lvl3pPr marL="1371600" marR="0" lvl="2" indent="-342900" algn="l" rtl="0">
              <a:spcBef>
                <a:spcPts val="1200"/>
              </a:spcBef>
              <a:spcAft>
                <a:spcPts val="0"/>
              </a:spcAft>
              <a:buClr>
                <a:srgbClr val="000000"/>
              </a:buClr>
              <a:buSzPts val="1800"/>
              <a:buFont typeface="Times New Roman"/>
              <a:buChar char="•"/>
              <a:defRPr sz="1800" b="0" i="0" u="none" strike="noStrike" cap="none">
                <a:solidFill>
                  <a:srgbClr val="002B5E"/>
                </a:solidFill>
                <a:latin typeface="Times New Roman"/>
                <a:ea typeface="Times New Roman"/>
                <a:cs typeface="Times New Roman"/>
                <a:sym typeface="Times New Roman"/>
              </a:defRPr>
            </a:lvl3pPr>
            <a:lvl4pPr marL="1828800" marR="0" lvl="3" indent="-330200" algn="l" rtl="0">
              <a:spcBef>
                <a:spcPts val="1200"/>
              </a:spcBef>
              <a:spcAft>
                <a:spcPts val="0"/>
              </a:spcAft>
              <a:buClr>
                <a:srgbClr val="000000"/>
              </a:buClr>
              <a:buSzPts val="1600"/>
              <a:buFont typeface="Times New Roman"/>
              <a:buChar char="–"/>
              <a:defRPr sz="1600" b="0" i="0" u="none" strike="noStrike" cap="none">
                <a:solidFill>
                  <a:srgbClr val="002B5E"/>
                </a:solidFill>
                <a:latin typeface="Times New Roman"/>
                <a:ea typeface="Times New Roman"/>
                <a:cs typeface="Times New Roman"/>
                <a:sym typeface="Times New Roman"/>
              </a:defRPr>
            </a:lvl4pPr>
            <a:lvl5pPr marL="2286000" marR="0" lvl="4" indent="-330200" algn="l" rtl="0">
              <a:spcBef>
                <a:spcPts val="1200"/>
              </a:spcBef>
              <a:spcAft>
                <a:spcPts val="0"/>
              </a:spcAft>
              <a:buClr>
                <a:srgbClr val="000000"/>
              </a:buClr>
              <a:buSzPts val="1600"/>
              <a:buFont typeface="Times New Roman"/>
              <a:buChar char="»"/>
              <a:defRPr sz="1600" b="0" i="0" u="none" strike="noStrike" cap="none">
                <a:solidFill>
                  <a:srgbClr val="002B5E"/>
                </a:solidFill>
                <a:latin typeface="Times New Roman"/>
                <a:ea typeface="Times New Roman"/>
                <a:cs typeface="Times New Roman"/>
                <a:sym typeface="Times New Roman"/>
              </a:defRPr>
            </a:lvl5pPr>
            <a:lvl6pPr marL="2743200" marR="0" lvl="5" indent="-330200" algn="l" rtl="0">
              <a:spcBef>
                <a:spcPts val="120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6pPr>
            <a:lvl7pPr marL="3200400" marR="0" lvl="6"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7pPr>
            <a:lvl8pPr marL="3657600" marR="0" lvl="7"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8pPr>
            <a:lvl9pPr marL="4114800" marR="0" lvl="8" indent="-330200" algn="l" rtl="0">
              <a:spcBef>
                <a:spcPts val="320"/>
              </a:spcBef>
              <a:spcAft>
                <a:spcPts val="0"/>
              </a:spcAft>
              <a:buClr>
                <a:srgbClr val="003E7E"/>
              </a:buClr>
              <a:buSzPts val="1600"/>
              <a:buFont typeface="Georgia"/>
              <a:buChar char="»"/>
              <a:defRPr sz="1600" b="0" i="0" u="none" strike="noStrike" cap="none">
                <a:solidFill>
                  <a:srgbClr val="003E7E"/>
                </a:solidFill>
                <a:latin typeface="Georgia"/>
                <a:ea typeface="Georgia"/>
                <a:cs typeface="Georgia"/>
                <a:sym typeface="Georgia"/>
              </a:defRPr>
            </a:lvl9pPr>
          </a:lstStyle>
          <a:p>
            <a:endParaRPr/>
          </a:p>
        </p:txBody>
      </p:sp>
      <p:sp>
        <p:nvSpPr>
          <p:cNvPr id="37" name="Shape 37"/>
          <p:cNvSpPr txBox="1">
            <a:spLocks noGrp="1"/>
          </p:cNvSpPr>
          <p:nvPr>
            <p:ph type="title"/>
          </p:nvPr>
        </p:nvSpPr>
        <p:spPr>
          <a:xfrm>
            <a:off x="126124" y="914400"/>
            <a:ext cx="8891751" cy="8382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pic>
        <p:nvPicPr>
          <p:cNvPr id="39" name="Shape 39" descr="01-2011-cathedral-stylized.png"/>
          <p:cNvPicPr preferRelativeResize="0"/>
          <p:nvPr/>
        </p:nvPicPr>
        <p:blipFill rotWithShape="1">
          <a:blip r:embed="rId2">
            <a:alphaModFix/>
          </a:blip>
          <a:srcRect/>
          <a:stretch/>
        </p:blipFill>
        <p:spPr>
          <a:xfrm>
            <a:off x="0" y="808740"/>
            <a:ext cx="9144001" cy="604925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Shape 41"/>
          <p:cNvSpPr txBox="1">
            <a:spLocks noGrp="1"/>
          </p:cNvSpPr>
          <p:nvPr>
            <p:ph type="title"/>
          </p:nvPr>
        </p:nvSpPr>
        <p:spPr>
          <a:xfrm>
            <a:off x="126124" y="867102"/>
            <a:ext cx="3610304" cy="1044247"/>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20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42" name="Shape 42"/>
          <p:cNvSpPr txBox="1">
            <a:spLocks noGrp="1"/>
          </p:cNvSpPr>
          <p:nvPr>
            <p:ph type="body" idx="1"/>
          </p:nvPr>
        </p:nvSpPr>
        <p:spPr>
          <a:xfrm>
            <a:off x="3906127" y="898635"/>
            <a:ext cx="5111750" cy="5833241"/>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1pPr>
            <a:lvl2pPr marL="914400" marR="0" lvl="1" indent="-406400" algn="l" rtl="0">
              <a:spcBef>
                <a:spcPts val="6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2pPr>
            <a:lvl3pPr marL="1371600" marR="0" lvl="2"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3pPr>
            <a:lvl4pPr marL="1828800" marR="0" lvl="3" indent="-355600" algn="l" rtl="0">
              <a:spcBef>
                <a:spcPts val="12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4pPr>
            <a:lvl5pPr marL="2286000" marR="0" lvl="4" indent="-355600" algn="l" rtl="0">
              <a:spcBef>
                <a:spcPts val="1200"/>
              </a:spcBef>
              <a:spcAft>
                <a:spcPts val="0"/>
              </a:spcAft>
              <a:buClr>
                <a:srgbClr val="000000"/>
              </a:buClr>
              <a:buSzPts val="2000"/>
              <a:buFont typeface="Times New Roman"/>
              <a:buChar char="»"/>
              <a:defRPr sz="20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
        <p:nvSpPr>
          <p:cNvPr id="43" name="Shape 43"/>
          <p:cNvSpPr txBox="1">
            <a:spLocks noGrp="1"/>
          </p:cNvSpPr>
          <p:nvPr>
            <p:ph type="body" idx="2"/>
          </p:nvPr>
        </p:nvSpPr>
        <p:spPr>
          <a:xfrm>
            <a:off x="141890" y="2081048"/>
            <a:ext cx="3578771" cy="4650828"/>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000000"/>
              </a:buClr>
              <a:buSzPts val="1400"/>
              <a:buFont typeface="Times New Roman"/>
              <a:buNone/>
              <a:defRPr sz="1400" b="0" i="0" u="none" strike="noStrike" cap="none">
                <a:solidFill>
                  <a:srgbClr val="002B5E"/>
                </a:solidFill>
                <a:latin typeface="Times New Roman"/>
                <a:ea typeface="Times New Roman"/>
                <a:cs typeface="Times New Roman"/>
                <a:sym typeface="Times New Roman"/>
              </a:defRPr>
            </a:lvl1pPr>
            <a:lvl2pPr marL="914400" marR="0" lvl="1" indent="-228600" algn="l" rtl="0">
              <a:spcBef>
                <a:spcPts val="600"/>
              </a:spcBef>
              <a:spcAft>
                <a:spcPts val="0"/>
              </a:spcAft>
              <a:buClr>
                <a:srgbClr val="000000"/>
              </a:buClr>
              <a:buSzPts val="1200"/>
              <a:buFont typeface="Times New Roman"/>
              <a:buNone/>
              <a:defRPr sz="1200" b="0" i="0" u="none" strike="noStrike" cap="none">
                <a:solidFill>
                  <a:srgbClr val="002B5E"/>
                </a:solidFill>
                <a:latin typeface="Times New Roman"/>
                <a:ea typeface="Times New Roman"/>
                <a:cs typeface="Times New Roman"/>
                <a:sym typeface="Times New Roman"/>
              </a:defRPr>
            </a:lvl2pPr>
            <a:lvl3pPr marL="1371600" marR="0" lvl="2" indent="-228600" algn="l" rtl="0">
              <a:spcBef>
                <a:spcPts val="1200"/>
              </a:spcBef>
              <a:spcAft>
                <a:spcPts val="0"/>
              </a:spcAft>
              <a:buClr>
                <a:srgbClr val="000000"/>
              </a:buClr>
              <a:buSzPts val="1000"/>
              <a:buFont typeface="Times New Roman"/>
              <a:buNone/>
              <a:defRPr sz="1000" b="0" i="0" u="none" strike="noStrike" cap="none">
                <a:solidFill>
                  <a:srgbClr val="002B5E"/>
                </a:solidFill>
                <a:latin typeface="Times New Roman"/>
                <a:ea typeface="Times New Roman"/>
                <a:cs typeface="Times New Roman"/>
                <a:sym typeface="Times New Roman"/>
              </a:defRPr>
            </a:lvl3pPr>
            <a:lvl4pPr marL="1828800" marR="0" lvl="3" indent="-228600" algn="l" rtl="0">
              <a:spcBef>
                <a:spcPts val="1200"/>
              </a:spcBef>
              <a:spcAft>
                <a:spcPts val="0"/>
              </a:spcAft>
              <a:buClr>
                <a:srgbClr val="000000"/>
              </a:buClr>
              <a:buSzPts val="900"/>
              <a:buFont typeface="Times New Roman"/>
              <a:buNone/>
              <a:defRPr sz="900" b="0" i="0" u="none" strike="noStrike" cap="none">
                <a:solidFill>
                  <a:srgbClr val="002B5E"/>
                </a:solidFill>
                <a:latin typeface="Times New Roman"/>
                <a:ea typeface="Times New Roman"/>
                <a:cs typeface="Times New Roman"/>
                <a:sym typeface="Times New Roman"/>
              </a:defRPr>
            </a:lvl4pPr>
            <a:lvl5pPr marL="2286000" marR="0" lvl="4" indent="-228600" algn="l" rtl="0">
              <a:spcBef>
                <a:spcPts val="1200"/>
              </a:spcBef>
              <a:spcAft>
                <a:spcPts val="0"/>
              </a:spcAft>
              <a:buClr>
                <a:srgbClr val="000000"/>
              </a:buClr>
              <a:buSzPts val="900"/>
              <a:buFont typeface="Times New Roman"/>
              <a:buNone/>
              <a:defRPr sz="900" b="0" i="0" u="none" strike="noStrike" cap="none">
                <a:solidFill>
                  <a:srgbClr val="002B5E"/>
                </a:solidFill>
                <a:latin typeface="Times New Roman"/>
                <a:ea typeface="Times New Roman"/>
                <a:cs typeface="Times New Roman"/>
                <a:sym typeface="Times New Roman"/>
              </a:defRPr>
            </a:lvl5pPr>
            <a:lvl6pPr marL="2743200" marR="0" lvl="5" indent="-228600" algn="l" rtl="0">
              <a:spcBef>
                <a:spcPts val="120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6pPr>
            <a:lvl7pPr marL="3200400" marR="0" lvl="6"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7pPr>
            <a:lvl8pPr marL="3657600" marR="0" lvl="7"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8pPr>
            <a:lvl9pPr marL="4114800" marR="0" lvl="8"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0" y="5038725"/>
            <a:ext cx="9143999" cy="566738"/>
          </a:xfrm>
          <a:prstGeom prst="rect">
            <a:avLst/>
          </a:prstGeom>
          <a:noFill/>
          <a:ln>
            <a:noFill/>
          </a:ln>
        </p:spPr>
        <p:txBody>
          <a:bodyPr spcFirstLastPara="1" wrap="square" lIns="91425" tIns="91425" rIns="91425" bIns="91425" anchor="b" anchorCtr="0"/>
          <a:lstStyle>
            <a:lvl1pPr marR="0" lvl="0" algn="ctr" rtl="0">
              <a:spcBef>
                <a:spcPts val="0"/>
              </a:spcBef>
              <a:spcAft>
                <a:spcPts val="0"/>
              </a:spcAft>
              <a:buSzPts val="1400"/>
              <a:buNone/>
              <a:defRPr sz="20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46" name="Shape 46"/>
          <p:cNvSpPr>
            <a:spLocks noGrp="1"/>
          </p:cNvSpPr>
          <p:nvPr>
            <p:ph type="pic" idx="2"/>
          </p:nvPr>
        </p:nvSpPr>
        <p:spPr>
          <a:xfrm>
            <a:off x="1801813" y="850900"/>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000000"/>
              </a:buClr>
              <a:buSzPts val="3200"/>
              <a:buFont typeface="Times New Roman"/>
              <a:buNone/>
              <a:defRPr sz="3200" b="0" i="0" u="none" strike="noStrike" cap="none">
                <a:solidFill>
                  <a:srgbClr val="002B5E"/>
                </a:solidFill>
                <a:latin typeface="Times New Roman"/>
                <a:ea typeface="Times New Roman"/>
                <a:cs typeface="Times New Roman"/>
                <a:sym typeface="Times New Roman"/>
              </a:defRPr>
            </a:lvl1pPr>
            <a:lvl2pPr marR="0" lvl="1" algn="l" rtl="0">
              <a:spcBef>
                <a:spcPts val="600"/>
              </a:spcBef>
              <a:spcAft>
                <a:spcPts val="0"/>
              </a:spcAft>
              <a:buClr>
                <a:srgbClr val="000000"/>
              </a:buClr>
              <a:buSzPts val="2800"/>
              <a:buFont typeface="Times New Roman"/>
              <a:buNone/>
              <a:defRPr sz="2800" b="0" i="0" u="none" strike="noStrike" cap="none">
                <a:solidFill>
                  <a:srgbClr val="002B5E"/>
                </a:solidFill>
                <a:latin typeface="Times New Roman"/>
                <a:ea typeface="Times New Roman"/>
                <a:cs typeface="Times New Roman"/>
                <a:sym typeface="Times New Roman"/>
              </a:defRPr>
            </a:lvl2pPr>
            <a:lvl3pPr marR="0" lvl="2" algn="l" rtl="0">
              <a:spcBef>
                <a:spcPts val="1200"/>
              </a:spcBef>
              <a:spcAft>
                <a:spcPts val="0"/>
              </a:spcAft>
              <a:buClr>
                <a:srgbClr val="000000"/>
              </a:buClr>
              <a:buSzPts val="2400"/>
              <a:buFont typeface="Times New Roman"/>
              <a:buNone/>
              <a:defRPr sz="2400" b="0" i="0" u="none" strike="noStrike" cap="none">
                <a:solidFill>
                  <a:srgbClr val="002B5E"/>
                </a:solidFill>
                <a:latin typeface="Times New Roman"/>
                <a:ea typeface="Times New Roman"/>
                <a:cs typeface="Times New Roman"/>
                <a:sym typeface="Times New Roman"/>
              </a:defRPr>
            </a:lvl3pPr>
            <a:lvl4pPr marR="0" lvl="3" algn="l" rtl="0">
              <a:spcBef>
                <a:spcPts val="1200"/>
              </a:spcBef>
              <a:spcAft>
                <a:spcPts val="0"/>
              </a:spcAft>
              <a:buClr>
                <a:srgbClr val="000000"/>
              </a:buClr>
              <a:buSzPts val="2000"/>
              <a:buFont typeface="Times New Roman"/>
              <a:buNone/>
              <a:defRPr sz="2000" b="0" i="0" u="none" strike="noStrike" cap="none">
                <a:solidFill>
                  <a:srgbClr val="002B5E"/>
                </a:solidFill>
                <a:latin typeface="Times New Roman"/>
                <a:ea typeface="Times New Roman"/>
                <a:cs typeface="Times New Roman"/>
                <a:sym typeface="Times New Roman"/>
              </a:defRPr>
            </a:lvl4pPr>
            <a:lvl5pPr marR="0" lvl="4" algn="l" rtl="0">
              <a:spcBef>
                <a:spcPts val="1200"/>
              </a:spcBef>
              <a:spcAft>
                <a:spcPts val="0"/>
              </a:spcAft>
              <a:buClr>
                <a:srgbClr val="000000"/>
              </a:buClr>
              <a:buSzPts val="2000"/>
              <a:buFont typeface="Times New Roman"/>
              <a:buNone/>
              <a:defRPr sz="2000" b="0" i="0" u="none" strike="noStrike" cap="none">
                <a:solidFill>
                  <a:srgbClr val="002B5E"/>
                </a:solidFill>
                <a:latin typeface="Times New Roman"/>
                <a:ea typeface="Times New Roman"/>
                <a:cs typeface="Times New Roman"/>
                <a:sym typeface="Times New Roman"/>
              </a:defRPr>
            </a:lvl5pPr>
            <a:lvl6pPr marR="0" lvl="5" algn="l" rtl="0">
              <a:spcBef>
                <a:spcPts val="1200"/>
              </a:spcBef>
              <a:spcAft>
                <a:spcPts val="0"/>
              </a:spcAft>
              <a:buClr>
                <a:srgbClr val="003E7E"/>
              </a:buClr>
              <a:buSzPts val="2000"/>
              <a:buFont typeface="Georgia"/>
              <a:buNone/>
              <a:defRPr sz="2000" b="0" i="0" u="none" strike="noStrike" cap="none">
                <a:solidFill>
                  <a:srgbClr val="003E7E"/>
                </a:solidFill>
                <a:latin typeface="Georgia"/>
                <a:ea typeface="Georgia"/>
                <a:cs typeface="Georgia"/>
                <a:sym typeface="Georgia"/>
              </a:defRPr>
            </a:lvl6pPr>
            <a:lvl7pPr marR="0" lvl="6" algn="l" rtl="0">
              <a:spcBef>
                <a:spcPts val="400"/>
              </a:spcBef>
              <a:spcAft>
                <a:spcPts val="0"/>
              </a:spcAft>
              <a:buClr>
                <a:srgbClr val="003E7E"/>
              </a:buClr>
              <a:buSzPts val="2000"/>
              <a:buFont typeface="Georgia"/>
              <a:buNone/>
              <a:defRPr sz="2000" b="0" i="0" u="none" strike="noStrike" cap="none">
                <a:solidFill>
                  <a:srgbClr val="003E7E"/>
                </a:solidFill>
                <a:latin typeface="Georgia"/>
                <a:ea typeface="Georgia"/>
                <a:cs typeface="Georgia"/>
                <a:sym typeface="Georgia"/>
              </a:defRPr>
            </a:lvl7pPr>
            <a:lvl8pPr marR="0" lvl="7" algn="l" rtl="0">
              <a:spcBef>
                <a:spcPts val="400"/>
              </a:spcBef>
              <a:spcAft>
                <a:spcPts val="0"/>
              </a:spcAft>
              <a:buClr>
                <a:srgbClr val="003E7E"/>
              </a:buClr>
              <a:buSzPts val="2000"/>
              <a:buFont typeface="Georgia"/>
              <a:buNone/>
              <a:defRPr sz="2000" b="0" i="0" u="none" strike="noStrike" cap="none">
                <a:solidFill>
                  <a:srgbClr val="003E7E"/>
                </a:solidFill>
                <a:latin typeface="Georgia"/>
                <a:ea typeface="Georgia"/>
                <a:cs typeface="Georgia"/>
                <a:sym typeface="Georgia"/>
              </a:defRPr>
            </a:lvl8pPr>
            <a:lvl9pPr marR="0" lvl="8" algn="l" rtl="0">
              <a:spcBef>
                <a:spcPts val="400"/>
              </a:spcBef>
              <a:spcAft>
                <a:spcPts val="0"/>
              </a:spcAft>
              <a:buClr>
                <a:srgbClr val="003E7E"/>
              </a:buClr>
              <a:buSzPts val="2000"/>
              <a:buFont typeface="Georgia"/>
              <a:buNone/>
              <a:defRPr sz="2000" b="0" i="0" u="none" strike="noStrike" cap="none">
                <a:solidFill>
                  <a:srgbClr val="003E7E"/>
                </a:solidFill>
                <a:latin typeface="Georgia"/>
                <a:ea typeface="Georgia"/>
                <a:cs typeface="Georgia"/>
                <a:sym typeface="Georgia"/>
              </a:defRPr>
            </a:lvl9pPr>
          </a:lstStyle>
          <a:p>
            <a:endParaRPr/>
          </a:p>
        </p:txBody>
      </p:sp>
      <p:sp>
        <p:nvSpPr>
          <p:cNvPr id="47" name="Shape 47"/>
          <p:cNvSpPr txBox="1">
            <a:spLocks noGrp="1"/>
          </p:cNvSpPr>
          <p:nvPr>
            <p:ph type="body" idx="1"/>
          </p:nvPr>
        </p:nvSpPr>
        <p:spPr>
          <a:xfrm>
            <a:off x="1801813" y="5715824"/>
            <a:ext cx="5486400" cy="1000285"/>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000000"/>
              </a:buClr>
              <a:buSzPts val="1400"/>
              <a:buFont typeface="Times New Roman"/>
              <a:buNone/>
              <a:defRPr sz="1400" b="0" i="0" u="none" strike="noStrike" cap="none">
                <a:solidFill>
                  <a:srgbClr val="002B5E"/>
                </a:solidFill>
                <a:latin typeface="Times New Roman"/>
                <a:ea typeface="Times New Roman"/>
                <a:cs typeface="Times New Roman"/>
                <a:sym typeface="Times New Roman"/>
              </a:defRPr>
            </a:lvl1pPr>
            <a:lvl2pPr marL="914400" marR="0" lvl="1" indent="-228600" algn="l" rtl="0">
              <a:spcBef>
                <a:spcPts val="600"/>
              </a:spcBef>
              <a:spcAft>
                <a:spcPts val="0"/>
              </a:spcAft>
              <a:buClr>
                <a:srgbClr val="000000"/>
              </a:buClr>
              <a:buSzPts val="1200"/>
              <a:buFont typeface="Times New Roman"/>
              <a:buNone/>
              <a:defRPr sz="1200" b="0" i="0" u="none" strike="noStrike" cap="none">
                <a:solidFill>
                  <a:srgbClr val="002B5E"/>
                </a:solidFill>
                <a:latin typeface="Times New Roman"/>
                <a:ea typeface="Times New Roman"/>
                <a:cs typeface="Times New Roman"/>
                <a:sym typeface="Times New Roman"/>
              </a:defRPr>
            </a:lvl2pPr>
            <a:lvl3pPr marL="1371600" marR="0" lvl="2" indent="-228600" algn="l" rtl="0">
              <a:spcBef>
                <a:spcPts val="1200"/>
              </a:spcBef>
              <a:spcAft>
                <a:spcPts val="0"/>
              </a:spcAft>
              <a:buClr>
                <a:srgbClr val="000000"/>
              </a:buClr>
              <a:buSzPts val="1000"/>
              <a:buFont typeface="Times New Roman"/>
              <a:buNone/>
              <a:defRPr sz="1000" b="0" i="0" u="none" strike="noStrike" cap="none">
                <a:solidFill>
                  <a:srgbClr val="002B5E"/>
                </a:solidFill>
                <a:latin typeface="Times New Roman"/>
                <a:ea typeface="Times New Roman"/>
                <a:cs typeface="Times New Roman"/>
                <a:sym typeface="Times New Roman"/>
              </a:defRPr>
            </a:lvl3pPr>
            <a:lvl4pPr marL="1828800" marR="0" lvl="3" indent="-228600" algn="l" rtl="0">
              <a:spcBef>
                <a:spcPts val="1200"/>
              </a:spcBef>
              <a:spcAft>
                <a:spcPts val="0"/>
              </a:spcAft>
              <a:buClr>
                <a:srgbClr val="000000"/>
              </a:buClr>
              <a:buSzPts val="900"/>
              <a:buFont typeface="Times New Roman"/>
              <a:buNone/>
              <a:defRPr sz="900" b="0" i="0" u="none" strike="noStrike" cap="none">
                <a:solidFill>
                  <a:srgbClr val="002B5E"/>
                </a:solidFill>
                <a:latin typeface="Times New Roman"/>
                <a:ea typeface="Times New Roman"/>
                <a:cs typeface="Times New Roman"/>
                <a:sym typeface="Times New Roman"/>
              </a:defRPr>
            </a:lvl4pPr>
            <a:lvl5pPr marL="2286000" marR="0" lvl="4" indent="-228600" algn="l" rtl="0">
              <a:spcBef>
                <a:spcPts val="1200"/>
              </a:spcBef>
              <a:spcAft>
                <a:spcPts val="0"/>
              </a:spcAft>
              <a:buClr>
                <a:srgbClr val="000000"/>
              </a:buClr>
              <a:buSzPts val="900"/>
              <a:buFont typeface="Times New Roman"/>
              <a:buNone/>
              <a:defRPr sz="900" b="0" i="0" u="none" strike="noStrike" cap="none">
                <a:solidFill>
                  <a:srgbClr val="002B5E"/>
                </a:solidFill>
                <a:latin typeface="Times New Roman"/>
                <a:ea typeface="Times New Roman"/>
                <a:cs typeface="Times New Roman"/>
                <a:sym typeface="Times New Roman"/>
              </a:defRPr>
            </a:lvl5pPr>
            <a:lvl6pPr marL="2743200" marR="0" lvl="5" indent="-228600" algn="l" rtl="0">
              <a:spcBef>
                <a:spcPts val="120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6pPr>
            <a:lvl7pPr marL="3200400" marR="0" lvl="6"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7pPr>
            <a:lvl8pPr marL="3657600" marR="0" lvl="7"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8pPr>
            <a:lvl9pPr marL="4114800" marR="0" lvl="8" indent="-228600" algn="l" rtl="0">
              <a:spcBef>
                <a:spcPts val="180"/>
              </a:spcBef>
              <a:spcAft>
                <a:spcPts val="0"/>
              </a:spcAft>
              <a:buClr>
                <a:srgbClr val="003E7E"/>
              </a:buClr>
              <a:buSzPts val="900"/>
              <a:buFont typeface="Georgia"/>
              <a:buNone/>
              <a:defRPr sz="9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48"/>
        <p:cNvGrpSpPr/>
        <p:nvPr/>
      </p:nvGrpSpPr>
      <p:grpSpPr>
        <a:xfrm>
          <a:off x="0" y="0"/>
          <a:ext cx="0" cy="0"/>
          <a:chOff x="0" y="0"/>
          <a:chExt cx="0" cy="0"/>
        </a:xfrm>
      </p:grpSpPr>
      <p:sp>
        <p:nvSpPr>
          <p:cNvPr id="49" name="Shape 49"/>
          <p:cNvSpPr txBox="1">
            <a:spLocks noGrp="1"/>
          </p:cNvSpPr>
          <p:nvPr>
            <p:ph type="body" idx="1"/>
          </p:nvPr>
        </p:nvSpPr>
        <p:spPr>
          <a:xfrm rot="5400000">
            <a:off x="2222938" y="-94593"/>
            <a:ext cx="4713890" cy="8875986"/>
          </a:xfrm>
          <a:prstGeom prst="rect">
            <a:avLst/>
          </a:prstGeom>
          <a:noFill/>
          <a:ln>
            <a:noFill/>
          </a:ln>
        </p:spPr>
        <p:txBody>
          <a:bodyPr spcFirstLastPara="1" wrap="square" lIns="91425" tIns="91425" rIns="91425" bIns="91425" anchor="t" anchorCtr="0"/>
          <a:lstStyle>
            <a:lvl1pPr marL="457200" marR="0" lvl="0" indent="-457200" algn="l" rtl="0">
              <a:spcBef>
                <a:spcPts val="720"/>
              </a:spcBef>
              <a:spcAft>
                <a:spcPts val="0"/>
              </a:spcAft>
              <a:buClr>
                <a:srgbClr val="000000"/>
              </a:buClr>
              <a:buSzPts val="3600"/>
              <a:buFont typeface="Times New Roman"/>
              <a:buChar char="•"/>
              <a:defRPr sz="3600" b="0" i="0" u="none" strike="noStrike" cap="none">
                <a:solidFill>
                  <a:srgbClr val="002B5E"/>
                </a:solidFill>
                <a:latin typeface="Times New Roman"/>
                <a:ea typeface="Times New Roman"/>
                <a:cs typeface="Times New Roman"/>
                <a:sym typeface="Times New Roman"/>
              </a:defRPr>
            </a:lvl1pPr>
            <a:lvl2pPr marL="914400" marR="0" lvl="1"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L="1371600" marR="0" lvl="2" indent="-406400"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L="1828800" marR="0" lvl="3"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L="2286000" marR="0" lvl="4"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
        <p:nvSpPr>
          <p:cNvPr id="50" name="Shape 50"/>
          <p:cNvSpPr txBox="1">
            <a:spLocks noGrp="1"/>
          </p:cNvSpPr>
          <p:nvPr>
            <p:ph type="title"/>
          </p:nvPr>
        </p:nvSpPr>
        <p:spPr>
          <a:xfrm>
            <a:off x="126124" y="914400"/>
            <a:ext cx="8891751" cy="8382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1"/>
        <p:cNvGrpSpPr/>
        <p:nvPr/>
      </p:nvGrpSpPr>
      <p:grpSpPr>
        <a:xfrm>
          <a:off x="0" y="0"/>
          <a:ext cx="0" cy="0"/>
          <a:chOff x="0" y="0"/>
          <a:chExt cx="0" cy="0"/>
        </a:xfrm>
      </p:grpSpPr>
      <p:sp>
        <p:nvSpPr>
          <p:cNvPr id="52" name="Shape 52"/>
          <p:cNvSpPr txBox="1">
            <a:spLocks noGrp="1"/>
          </p:cNvSpPr>
          <p:nvPr>
            <p:ph type="title"/>
          </p:nvPr>
        </p:nvSpPr>
        <p:spPr>
          <a:xfrm rot="5400000">
            <a:off x="4959241" y="2673239"/>
            <a:ext cx="5752443" cy="2333296"/>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40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53" name="Shape 53"/>
          <p:cNvSpPr txBox="1">
            <a:spLocks noGrp="1"/>
          </p:cNvSpPr>
          <p:nvPr>
            <p:ph type="body" idx="1"/>
          </p:nvPr>
        </p:nvSpPr>
        <p:spPr>
          <a:xfrm rot="5400000">
            <a:off x="420086" y="672332"/>
            <a:ext cx="5752443" cy="6335110"/>
          </a:xfrm>
          <a:prstGeom prst="rect">
            <a:avLst/>
          </a:prstGeom>
          <a:noFill/>
          <a:ln>
            <a:noFill/>
          </a:ln>
        </p:spPr>
        <p:txBody>
          <a:bodyPr spcFirstLastPara="1" wrap="square" lIns="91425" tIns="91425" rIns="91425" bIns="91425" anchor="t" anchorCtr="0"/>
          <a:lstStyle>
            <a:lvl1pPr marL="457200" marR="0" lvl="0" indent="-457200" algn="l" rtl="0">
              <a:spcBef>
                <a:spcPts val="720"/>
              </a:spcBef>
              <a:spcAft>
                <a:spcPts val="0"/>
              </a:spcAft>
              <a:buClr>
                <a:srgbClr val="000000"/>
              </a:buClr>
              <a:buSzPts val="3600"/>
              <a:buFont typeface="Times New Roman"/>
              <a:buChar char="•"/>
              <a:defRPr sz="3600" b="0" i="0" u="none" strike="noStrike" cap="none">
                <a:solidFill>
                  <a:srgbClr val="002B5E"/>
                </a:solidFill>
                <a:latin typeface="Times New Roman"/>
                <a:ea typeface="Times New Roman"/>
                <a:cs typeface="Times New Roman"/>
                <a:sym typeface="Times New Roman"/>
              </a:defRPr>
            </a:lvl1pPr>
            <a:lvl2pPr marL="914400" marR="0" lvl="1"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L="1371600" marR="0" lvl="2" indent="-406400"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L="1828800" marR="0" lvl="3"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L="2286000" marR="0" lvl="4"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with Picture">
  <p:cSld name="Title Slide with Picture">
    <p:spTree>
      <p:nvGrpSpPr>
        <p:cNvPr id="1" name="Shape 54"/>
        <p:cNvGrpSpPr/>
        <p:nvPr/>
      </p:nvGrpSpPr>
      <p:grpSpPr>
        <a:xfrm>
          <a:off x="0" y="0"/>
          <a:ext cx="0" cy="0"/>
          <a:chOff x="0" y="0"/>
          <a:chExt cx="0" cy="0"/>
        </a:xfrm>
      </p:grpSpPr>
      <p:sp>
        <p:nvSpPr>
          <p:cNvPr id="55" name="Shape 55"/>
          <p:cNvSpPr txBox="1">
            <a:spLocks noGrp="1"/>
          </p:cNvSpPr>
          <p:nvPr>
            <p:ph type="subTitle" idx="1"/>
          </p:nvPr>
        </p:nvSpPr>
        <p:spPr>
          <a:xfrm>
            <a:off x="155061" y="5045833"/>
            <a:ext cx="8839200" cy="1714500"/>
          </a:xfrm>
          <a:prstGeom prst="rect">
            <a:avLst/>
          </a:prstGeom>
          <a:solidFill>
            <a:srgbClr val="F7F6F2"/>
          </a:solidFill>
          <a:ln>
            <a:noFill/>
          </a:ln>
        </p:spPr>
        <p:txBody>
          <a:bodyPr spcFirstLastPara="1" wrap="square" lIns="91425" tIns="91425" rIns="91425" bIns="91425" anchor="t" anchorCtr="0"/>
          <a:lstStyle>
            <a:lvl1pPr marR="0" lvl="0" algn="l" rtl="0">
              <a:spcBef>
                <a:spcPts val="300"/>
              </a:spcBef>
              <a:spcAft>
                <a:spcPts val="0"/>
              </a:spcAft>
              <a:buClr>
                <a:srgbClr val="000000"/>
              </a:buClr>
              <a:buSzPts val="1800"/>
              <a:buFont typeface="Georgia"/>
              <a:buNone/>
              <a:defRPr sz="1800" b="0" i="0" u="none" strike="noStrike" cap="none">
                <a:solidFill>
                  <a:srgbClr val="595959"/>
                </a:solidFill>
                <a:latin typeface="Georgia"/>
                <a:ea typeface="Georgia"/>
                <a:cs typeface="Georgia"/>
                <a:sym typeface="Georgia"/>
              </a:defRPr>
            </a:lvl1pPr>
            <a:lvl2pPr marR="0" lvl="1" algn="ctr" rtl="0">
              <a:spcBef>
                <a:spcPts val="640"/>
              </a:spcBef>
              <a:spcAft>
                <a:spcPts val="0"/>
              </a:spcAft>
              <a:buClr>
                <a:srgbClr val="000000"/>
              </a:buClr>
              <a:buSzPts val="3200"/>
              <a:buFont typeface="Times New Roman"/>
              <a:buNone/>
              <a:defRPr sz="3200" b="0" i="0" u="none" strike="noStrike" cap="none">
                <a:solidFill>
                  <a:srgbClr val="888888"/>
                </a:solidFill>
                <a:latin typeface="Times New Roman"/>
                <a:ea typeface="Times New Roman"/>
                <a:cs typeface="Times New Roman"/>
                <a:sym typeface="Times New Roman"/>
              </a:defRPr>
            </a:lvl2pPr>
            <a:lvl3pPr marR="0" lvl="2" algn="ctr" rtl="0">
              <a:spcBef>
                <a:spcPts val="1200"/>
              </a:spcBef>
              <a:spcAft>
                <a:spcPts val="0"/>
              </a:spcAft>
              <a:buClr>
                <a:srgbClr val="000000"/>
              </a:buClr>
              <a:buSzPts val="2800"/>
              <a:buFont typeface="Times New Roman"/>
              <a:buNone/>
              <a:defRPr sz="2800" b="0" i="0" u="none" strike="noStrike" cap="none">
                <a:solidFill>
                  <a:srgbClr val="888888"/>
                </a:solidFill>
                <a:latin typeface="Times New Roman"/>
                <a:ea typeface="Times New Roman"/>
                <a:cs typeface="Times New Roman"/>
                <a:sym typeface="Times New Roman"/>
              </a:defRPr>
            </a:lvl3pPr>
            <a:lvl4pPr marR="0" lvl="3" algn="ctr" rtl="0">
              <a:spcBef>
                <a:spcPts val="1200"/>
              </a:spcBef>
              <a:spcAft>
                <a:spcPts val="0"/>
              </a:spcAft>
              <a:buClr>
                <a:srgbClr val="000000"/>
              </a:buClr>
              <a:buSzPts val="2400"/>
              <a:buFont typeface="Times New Roman"/>
              <a:buNone/>
              <a:defRPr sz="2400" b="0" i="0" u="none" strike="noStrike" cap="none">
                <a:solidFill>
                  <a:srgbClr val="888888"/>
                </a:solidFill>
                <a:latin typeface="Times New Roman"/>
                <a:ea typeface="Times New Roman"/>
                <a:cs typeface="Times New Roman"/>
                <a:sym typeface="Times New Roman"/>
              </a:defRPr>
            </a:lvl4pPr>
            <a:lvl5pPr marR="0" lvl="4" algn="ctr" rtl="0">
              <a:spcBef>
                <a:spcPts val="1200"/>
              </a:spcBef>
              <a:spcAft>
                <a:spcPts val="0"/>
              </a:spcAft>
              <a:buClr>
                <a:srgbClr val="000000"/>
              </a:buClr>
              <a:buSzPts val="2400"/>
              <a:buFont typeface="Times New Roman"/>
              <a:buNone/>
              <a:defRPr sz="2400" b="0" i="0" u="none" strike="noStrike" cap="none">
                <a:solidFill>
                  <a:srgbClr val="888888"/>
                </a:solidFill>
                <a:latin typeface="Times New Roman"/>
                <a:ea typeface="Times New Roman"/>
                <a:cs typeface="Times New Roman"/>
                <a:sym typeface="Times New Roman"/>
              </a:defRPr>
            </a:lvl5pPr>
            <a:lvl6pPr marR="0" lvl="5" algn="ctr" rtl="0">
              <a:spcBef>
                <a:spcPts val="1200"/>
              </a:spcBef>
              <a:spcAft>
                <a:spcPts val="0"/>
              </a:spcAft>
              <a:buClr>
                <a:srgbClr val="888888"/>
              </a:buClr>
              <a:buSzPts val="2000"/>
              <a:buFont typeface="Georgia"/>
              <a:buNone/>
              <a:defRPr sz="2000" b="0" i="0" u="none" strike="noStrike" cap="none">
                <a:solidFill>
                  <a:srgbClr val="888888"/>
                </a:solidFill>
                <a:latin typeface="Georgia"/>
                <a:ea typeface="Georgia"/>
                <a:cs typeface="Georgia"/>
                <a:sym typeface="Georgia"/>
              </a:defRPr>
            </a:lvl6pPr>
            <a:lvl7pPr marR="0" lvl="6" algn="ctr" rtl="0">
              <a:spcBef>
                <a:spcPts val="400"/>
              </a:spcBef>
              <a:spcAft>
                <a:spcPts val="0"/>
              </a:spcAft>
              <a:buClr>
                <a:srgbClr val="888888"/>
              </a:buClr>
              <a:buSzPts val="2000"/>
              <a:buFont typeface="Georgia"/>
              <a:buNone/>
              <a:defRPr sz="2000" b="0" i="0" u="none" strike="noStrike" cap="none">
                <a:solidFill>
                  <a:srgbClr val="888888"/>
                </a:solidFill>
                <a:latin typeface="Georgia"/>
                <a:ea typeface="Georgia"/>
                <a:cs typeface="Georgia"/>
                <a:sym typeface="Georgia"/>
              </a:defRPr>
            </a:lvl7pPr>
            <a:lvl8pPr marR="0" lvl="7" algn="ctr" rtl="0">
              <a:spcBef>
                <a:spcPts val="400"/>
              </a:spcBef>
              <a:spcAft>
                <a:spcPts val="0"/>
              </a:spcAft>
              <a:buClr>
                <a:srgbClr val="888888"/>
              </a:buClr>
              <a:buSzPts val="2000"/>
              <a:buFont typeface="Georgia"/>
              <a:buNone/>
              <a:defRPr sz="2000" b="0" i="0" u="none" strike="noStrike" cap="none">
                <a:solidFill>
                  <a:srgbClr val="888888"/>
                </a:solidFill>
                <a:latin typeface="Georgia"/>
                <a:ea typeface="Georgia"/>
                <a:cs typeface="Georgia"/>
                <a:sym typeface="Georgia"/>
              </a:defRPr>
            </a:lvl8pPr>
            <a:lvl9pPr marR="0" lvl="8" algn="ctr" rtl="0">
              <a:spcBef>
                <a:spcPts val="400"/>
              </a:spcBef>
              <a:spcAft>
                <a:spcPts val="0"/>
              </a:spcAft>
              <a:buClr>
                <a:srgbClr val="888888"/>
              </a:buClr>
              <a:buSzPts val="2000"/>
              <a:buFont typeface="Georgia"/>
              <a:buNone/>
              <a:defRPr sz="2000" b="0" i="0" u="none" strike="noStrike" cap="none">
                <a:solidFill>
                  <a:srgbClr val="888888"/>
                </a:solidFill>
                <a:latin typeface="Georgia"/>
                <a:ea typeface="Georgia"/>
                <a:cs typeface="Georgia"/>
                <a:sym typeface="Georgia"/>
              </a:defRPr>
            </a:lvl9pPr>
          </a:lstStyle>
          <a:p>
            <a:endParaRPr/>
          </a:p>
        </p:txBody>
      </p:sp>
      <p:sp>
        <p:nvSpPr>
          <p:cNvPr id="56" name="Shape 56"/>
          <p:cNvSpPr txBox="1">
            <a:spLocks noGrp="1"/>
          </p:cNvSpPr>
          <p:nvPr>
            <p:ph type="ctrTitle"/>
          </p:nvPr>
        </p:nvSpPr>
        <p:spPr>
          <a:xfrm>
            <a:off x="169832" y="4081305"/>
            <a:ext cx="8839200" cy="914400"/>
          </a:xfrm>
          <a:prstGeom prst="rect">
            <a:avLst/>
          </a:prstGeom>
          <a:solidFill>
            <a:schemeClr val="dk2"/>
          </a:solid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57" name="Shape 57"/>
          <p:cNvSpPr>
            <a:spLocks noGrp="1"/>
          </p:cNvSpPr>
          <p:nvPr>
            <p:ph type="pic" idx="2"/>
          </p:nvPr>
        </p:nvSpPr>
        <p:spPr>
          <a:xfrm>
            <a:off x="472568" y="935189"/>
            <a:ext cx="8269934" cy="3052233"/>
          </a:xfrm>
          <a:prstGeom prst="rect">
            <a:avLst/>
          </a:prstGeom>
          <a:noFill/>
          <a:ln>
            <a:noFill/>
          </a:ln>
        </p:spPr>
        <p:txBody>
          <a:bodyPr spcFirstLastPara="1" wrap="square" lIns="91425" tIns="91425" rIns="91425" bIns="91425" anchor="t" anchorCtr="0"/>
          <a:lstStyle>
            <a:lvl1pPr marR="0" lvl="0" algn="l" rtl="0">
              <a:spcBef>
                <a:spcPts val="360"/>
              </a:spcBef>
              <a:spcAft>
                <a:spcPts val="0"/>
              </a:spcAft>
              <a:buClr>
                <a:srgbClr val="000000"/>
              </a:buClr>
              <a:buSzPts val="1800"/>
              <a:buFont typeface="Times New Roman"/>
              <a:buNone/>
              <a:defRPr sz="1800" b="0" i="0" u="none" strike="noStrike" cap="none">
                <a:solidFill>
                  <a:srgbClr val="002B5E"/>
                </a:solidFill>
                <a:latin typeface="Times New Roman"/>
                <a:ea typeface="Times New Roman"/>
                <a:cs typeface="Times New Roman"/>
                <a:sym typeface="Times New Roman"/>
              </a:defRPr>
            </a:lvl1pPr>
            <a:lvl2pPr marR="0" lvl="1"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R="0" lvl="2"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R="0" lvl="3"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R="0" lvl="4"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R="0" lvl="5"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R="0" lvl="6"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R="0" lvl="7"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R="0" lvl="8"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p:nvPr/>
        </p:nvSpPr>
        <p:spPr>
          <a:xfrm>
            <a:off x="0" y="-7384"/>
            <a:ext cx="9144000" cy="762000"/>
          </a:xfrm>
          <a:prstGeom prst="rect">
            <a:avLst/>
          </a:prstGeom>
          <a:solidFill>
            <a:srgbClr val="002B5E"/>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11" name="Shape 11"/>
          <p:cNvSpPr txBox="1">
            <a:spLocks noGrp="1"/>
          </p:cNvSpPr>
          <p:nvPr>
            <p:ph type="title"/>
          </p:nvPr>
        </p:nvSpPr>
        <p:spPr>
          <a:xfrm>
            <a:off x="114300" y="914400"/>
            <a:ext cx="8903576" cy="8382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800" b="1" i="0" u="none" strike="noStrike" cap="none">
                <a:solidFill>
                  <a:srgbClr val="94815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rgbClr val="948151"/>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6pPr>
            <a:lvl7pPr marR="0" lvl="6"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7pPr>
            <a:lvl8pPr marR="0" lvl="7"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8pPr>
            <a:lvl9pPr marR="0" lvl="8" algn="l" rtl="0">
              <a:spcBef>
                <a:spcPts val="0"/>
              </a:spcBef>
              <a:spcAft>
                <a:spcPts val="0"/>
              </a:spcAft>
              <a:buSzPts val="1400"/>
              <a:buNone/>
              <a:defRPr sz="4400" b="0" i="0" u="none" strike="noStrike" cap="none">
                <a:solidFill>
                  <a:srgbClr val="003E7E"/>
                </a:solidFill>
                <a:latin typeface="Georgia"/>
                <a:ea typeface="Georgia"/>
                <a:cs typeface="Georgia"/>
                <a:sym typeface="Georgia"/>
              </a:defRPr>
            </a:lvl9pPr>
          </a:lstStyle>
          <a:p>
            <a:endParaRPr/>
          </a:p>
        </p:txBody>
      </p:sp>
      <p:sp>
        <p:nvSpPr>
          <p:cNvPr id="12" name="Shape 12"/>
          <p:cNvSpPr txBox="1">
            <a:spLocks noGrp="1"/>
          </p:cNvSpPr>
          <p:nvPr>
            <p:ph type="body" idx="1"/>
          </p:nvPr>
        </p:nvSpPr>
        <p:spPr>
          <a:xfrm>
            <a:off x="114300" y="1986454"/>
            <a:ext cx="8903576" cy="4762630"/>
          </a:xfrm>
          <a:prstGeom prst="rect">
            <a:avLst/>
          </a:prstGeom>
          <a:noFill/>
          <a:ln>
            <a:noFill/>
          </a:ln>
        </p:spPr>
        <p:txBody>
          <a:bodyPr spcFirstLastPara="1" wrap="square" lIns="91425" tIns="91425" rIns="91425" bIns="91425" anchor="t" anchorCtr="0"/>
          <a:lstStyle>
            <a:lvl1pPr marL="457200" marR="0" lvl="0" indent="-457200" algn="l" rtl="0">
              <a:spcBef>
                <a:spcPts val="720"/>
              </a:spcBef>
              <a:spcAft>
                <a:spcPts val="0"/>
              </a:spcAft>
              <a:buClr>
                <a:srgbClr val="000000"/>
              </a:buClr>
              <a:buSzPts val="3600"/>
              <a:buFont typeface="Times New Roman"/>
              <a:buChar char="•"/>
              <a:defRPr sz="3600" b="0" i="0" u="none" strike="noStrike" cap="none">
                <a:solidFill>
                  <a:srgbClr val="002B5E"/>
                </a:solidFill>
                <a:latin typeface="Times New Roman"/>
                <a:ea typeface="Times New Roman"/>
                <a:cs typeface="Times New Roman"/>
                <a:sym typeface="Times New Roman"/>
              </a:defRPr>
            </a:lvl1pPr>
            <a:lvl2pPr marL="914400" marR="0" lvl="1" indent="-431800" algn="l" rtl="0">
              <a:spcBef>
                <a:spcPts val="640"/>
              </a:spcBef>
              <a:spcAft>
                <a:spcPts val="0"/>
              </a:spcAft>
              <a:buClr>
                <a:srgbClr val="000000"/>
              </a:buClr>
              <a:buSzPts val="3200"/>
              <a:buFont typeface="Times New Roman"/>
              <a:buChar char="–"/>
              <a:defRPr sz="3200" b="0" i="0" u="none" strike="noStrike" cap="none">
                <a:solidFill>
                  <a:srgbClr val="002B5E"/>
                </a:solidFill>
                <a:latin typeface="Times New Roman"/>
                <a:ea typeface="Times New Roman"/>
                <a:cs typeface="Times New Roman"/>
                <a:sym typeface="Times New Roman"/>
              </a:defRPr>
            </a:lvl2pPr>
            <a:lvl3pPr marL="1371600" marR="0" lvl="2" indent="-406400" algn="l" rtl="0">
              <a:spcBef>
                <a:spcPts val="1200"/>
              </a:spcBef>
              <a:spcAft>
                <a:spcPts val="0"/>
              </a:spcAft>
              <a:buClr>
                <a:srgbClr val="000000"/>
              </a:buClr>
              <a:buSzPts val="2800"/>
              <a:buFont typeface="Times New Roman"/>
              <a:buChar char="•"/>
              <a:defRPr sz="2800" b="0" i="0" u="none" strike="noStrike" cap="none">
                <a:solidFill>
                  <a:srgbClr val="002B5E"/>
                </a:solidFill>
                <a:latin typeface="Times New Roman"/>
                <a:ea typeface="Times New Roman"/>
                <a:cs typeface="Times New Roman"/>
                <a:sym typeface="Times New Roman"/>
              </a:defRPr>
            </a:lvl3pPr>
            <a:lvl4pPr marL="1828800" marR="0" lvl="3"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4pPr>
            <a:lvl5pPr marL="2286000" marR="0" lvl="4" indent="-381000" algn="l" rtl="0">
              <a:spcBef>
                <a:spcPts val="1200"/>
              </a:spcBef>
              <a:spcAft>
                <a:spcPts val="0"/>
              </a:spcAft>
              <a:buClr>
                <a:srgbClr val="000000"/>
              </a:buClr>
              <a:buSzPts val="2400"/>
              <a:buFont typeface="Times New Roman"/>
              <a:buChar char="»"/>
              <a:defRPr sz="2400" b="0" i="0" u="none" strike="noStrike" cap="none">
                <a:solidFill>
                  <a:srgbClr val="002B5E"/>
                </a:solidFill>
                <a:latin typeface="Times New Roman"/>
                <a:ea typeface="Times New Roman"/>
                <a:cs typeface="Times New Roman"/>
                <a:sym typeface="Times New Roman"/>
              </a:defRPr>
            </a:lvl5pPr>
            <a:lvl6pPr marL="2743200" marR="0" lvl="5" indent="-355600" algn="l" rtl="0">
              <a:spcBef>
                <a:spcPts val="12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6pPr>
            <a:lvl7pPr marL="3200400" marR="0" lvl="6"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7pPr>
            <a:lvl8pPr marL="3657600" marR="0" lvl="7"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8pPr>
            <a:lvl9pPr marL="4114800" marR="0" lvl="8" indent="-355600" algn="l" rtl="0">
              <a:spcBef>
                <a:spcPts val="400"/>
              </a:spcBef>
              <a:spcAft>
                <a:spcPts val="0"/>
              </a:spcAft>
              <a:buClr>
                <a:srgbClr val="003E7E"/>
              </a:buClr>
              <a:buSzPts val="2000"/>
              <a:buFont typeface="Georgia"/>
              <a:buChar char="»"/>
              <a:defRPr sz="2000" b="0" i="0" u="none" strike="noStrike" cap="none">
                <a:solidFill>
                  <a:srgbClr val="003E7E"/>
                </a:solidFill>
                <a:latin typeface="Georgia"/>
                <a:ea typeface="Georgia"/>
                <a:cs typeface="Georgia"/>
                <a:sym typeface="Georgia"/>
              </a:defRPr>
            </a:lvl9pPr>
          </a:lstStyle>
          <a:p>
            <a:endParaRPr/>
          </a:p>
        </p:txBody>
      </p:sp>
      <p:pic>
        <p:nvPicPr>
          <p:cNvPr id="13" name="Shape 13"/>
          <p:cNvPicPr preferRelativeResize="0"/>
          <p:nvPr/>
        </p:nvPicPr>
        <p:blipFill rotWithShape="1">
          <a:blip r:embed="rId14">
            <a:alphaModFix/>
          </a:blip>
          <a:srcRect/>
          <a:stretch/>
        </p:blipFill>
        <p:spPr>
          <a:xfrm>
            <a:off x="114300" y="164349"/>
            <a:ext cx="3914946" cy="405952"/>
          </a:xfrm>
          <a:prstGeom prst="rect">
            <a:avLst/>
          </a:prstGeom>
          <a:noFill/>
          <a:ln>
            <a:noFill/>
          </a:ln>
        </p:spPr>
      </p:pic>
      <p:pic>
        <p:nvPicPr>
          <p:cNvPr id="14" name="Shape 14"/>
          <p:cNvPicPr preferRelativeResize="0"/>
          <p:nvPr/>
        </p:nvPicPr>
        <p:blipFill rotWithShape="1">
          <a:blip r:embed="rId15">
            <a:alphaModFix/>
          </a:blip>
          <a:srcRect/>
          <a:stretch/>
        </p:blipFill>
        <p:spPr>
          <a:xfrm>
            <a:off x="7261411" y="121798"/>
            <a:ext cx="1619997" cy="49105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4xDBkuVJhcA" TargetMode="Externa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Shape 63"/>
          <p:cNvSpPr txBox="1"/>
          <p:nvPr/>
        </p:nvSpPr>
        <p:spPr>
          <a:xfrm>
            <a:off x="3510886" y="3030375"/>
            <a:ext cx="4943475" cy="145009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0" i="0" u="none" strike="noStrike" cap="none">
                <a:solidFill>
                  <a:srgbClr val="002B5E"/>
                </a:solidFill>
                <a:latin typeface="Arial"/>
                <a:ea typeface="Arial"/>
                <a:cs typeface="Arial"/>
                <a:sym typeface="Arial"/>
              </a:rPr>
              <a:t>2018 CODE-IT CATEGORY</a:t>
            </a:r>
            <a:endParaRPr sz="1400" b="0" i="0" u="none" strike="noStrike" cap="none">
              <a:solidFill>
                <a:srgbClr val="002B5E"/>
              </a:solidFill>
              <a:latin typeface="Arial"/>
              <a:ea typeface="Arial"/>
              <a:cs typeface="Arial"/>
              <a:sym typeface="Arial"/>
            </a:endParaRPr>
          </a:p>
          <a:p>
            <a:pPr marL="0" marR="0" lvl="0" indent="0" algn="ctr" rtl="0">
              <a:lnSpc>
                <a:spcPct val="150000"/>
              </a:lnSpc>
              <a:spcBef>
                <a:spcPts val="300"/>
              </a:spcBef>
              <a:spcAft>
                <a:spcPts val="0"/>
              </a:spcAft>
              <a:buNone/>
            </a:pPr>
            <a:endParaRPr sz="3600" b="1" i="1" u="none" strike="noStrike" cap="none">
              <a:solidFill>
                <a:srgbClr val="002B5E"/>
              </a:solidFill>
              <a:latin typeface="Arial"/>
              <a:ea typeface="Arial"/>
              <a:cs typeface="Arial"/>
              <a:sym typeface="Arial"/>
            </a:endParaRPr>
          </a:p>
          <a:p>
            <a:pPr marL="0" marR="0" lvl="0" indent="0" algn="ctr" rtl="0">
              <a:spcBef>
                <a:spcPts val="360"/>
              </a:spcBef>
              <a:spcAft>
                <a:spcPts val="0"/>
              </a:spcAft>
              <a:buNone/>
            </a:pPr>
            <a:endParaRPr sz="1800" b="0" i="0" u="none" strike="noStrike" cap="none">
              <a:solidFill>
                <a:srgbClr val="002B5E"/>
              </a:solidFill>
              <a:latin typeface="Arial"/>
              <a:ea typeface="Arial"/>
              <a:cs typeface="Arial"/>
              <a:sym typeface="Arial"/>
            </a:endParaRPr>
          </a:p>
        </p:txBody>
      </p:sp>
      <p:pic>
        <p:nvPicPr>
          <p:cNvPr id="64" name="Shape 64"/>
          <p:cNvPicPr preferRelativeResize="0"/>
          <p:nvPr/>
        </p:nvPicPr>
        <p:blipFill>
          <a:blip r:embed="rId3">
            <a:alphaModFix/>
          </a:blip>
          <a:stretch>
            <a:fillRect/>
          </a:stretch>
        </p:blipFill>
        <p:spPr>
          <a:xfrm>
            <a:off x="4688369" y="3545200"/>
            <a:ext cx="2588500" cy="24406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Shape 70"/>
          <p:cNvSpPr/>
          <p:nvPr/>
        </p:nvSpPr>
        <p:spPr>
          <a:xfrm>
            <a:off x="364600" y="1752600"/>
            <a:ext cx="5701800" cy="481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Briefly summarize your app. What problem does it solve or what need does it meet? What are its key features?</a:t>
            </a:r>
            <a:endParaRPr sz="1800" b="1">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latin typeface="Times New Roman"/>
                <a:ea typeface="Times New Roman"/>
                <a:cs typeface="Times New Roman"/>
                <a:sym typeface="Times New Roman"/>
              </a:rPr>
              <a:t>DormStack is an app available on iOS and Android built to meet an apparent desire from students living in dorms to have a centralized social network for each individual dorm building on a university campus. Each dorm in the DormStack is a unique social and cultural system created by it’s students. A dorm’s resident assistants are the administrators of their dorm in the DormStack.</a:t>
            </a:r>
            <a:endParaRPr sz="1600">
              <a:latin typeface="Times New Roman"/>
              <a:ea typeface="Times New Roman"/>
              <a:cs typeface="Times New Roman"/>
              <a:sym typeface="Times New Roman"/>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Which of the eight challenges did you choose, and how does your app address that challenge?</a:t>
            </a:r>
            <a:endParaRPr sz="1800" b="1">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is being submitted into the </a:t>
            </a:r>
            <a:r>
              <a:rPr lang="en-US" sz="1600" i="1">
                <a:solidFill>
                  <a:schemeClr val="dk1"/>
                </a:solidFill>
                <a:latin typeface="Times New Roman"/>
                <a:ea typeface="Times New Roman"/>
                <a:cs typeface="Times New Roman"/>
                <a:sym typeface="Times New Roman"/>
              </a:rPr>
              <a:t>Strengthen Communities</a:t>
            </a:r>
            <a:r>
              <a:rPr lang="en-US" sz="1600">
                <a:solidFill>
                  <a:schemeClr val="dk1"/>
                </a:solidFill>
                <a:latin typeface="Times New Roman"/>
                <a:ea typeface="Times New Roman"/>
                <a:cs typeface="Times New Roman"/>
                <a:sym typeface="Times New Roman"/>
              </a:rPr>
              <a:t> challenge because, in it’s very nature, it allows people to obtain a better understanding of what life in their dorm community is like. Many living in dorms are unaware of any events that happen around them, and some are hosting events, and need more people.</a:t>
            </a:r>
            <a:endParaRPr sz="1600"/>
          </a:p>
          <a:p>
            <a:pPr marL="0" marR="0" lvl="0" indent="0" algn="l" rtl="0">
              <a:spcBef>
                <a:spcPts val="60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1" name="Shape 71"/>
          <p:cNvSpPr txBox="1">
            <a:spLocks noGrp="1"/>
          </p:cNvSpPr>
          <p:nvPr>
            <p:ph type="title"/>
          </p:nvPr>
        </p:nvSpPr>
        <p:spPr>
          <a:xfrm>
            <a:off x="126124" y="914400"/>
            <a:ext cx="8891700"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 </a:t>
            </a:r>
            <a:r>
              <a:rPr lang="en-US" sz="3200" b="1" i="0" u="none" strike="noStrike" cap="none">
                <a:solidFill>
                  <a:srgbClr val="948151"/>
                </a:solidFill>
                <a:latin typeface="Times New Roman"/>
                <a:ea typeface="Times New Roman"/>
                <a:cs typeface="Times New Roman"/>
                <a:sym typeface="Times New Roman"/>
              </a:rPr>
              <a:t>Overview</a:t>
            </a:r>
            <a:endParaRPr/>
          </a:p>
        </p:txBody>
      </p:sp>
      <p:sp>
        <p:nvSpPr>
          <p:cNvPr id="72" name="Shape 72"/>
          <p:cNvSpPr txBox="1"/>
          <p:nvPr/>
        </p:nvSpPr>
        <p:spPr>
          <a:xfrm>
            <a:off x="5940125" y="4883575"/>
            <a:ext cx="3077700" cy="1688100"/>
          </a:xfrm>
          <a:prstGeom prst="rect">
            <a:avLst/>
          </a:prstGeom>
          <a:noFill/>
          <a:ln w="9525" cap="flat" cmpd="sng">
            <a:solidFill>
              <a:srgbClr val="1C2957"/>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Clr>
                <a:schemeClr val="dk1"/>
              </a:buClr>
              <a:buSzPts val="1100"/>
              <a:buFont typeface="Arial"/>
              <a:buNone/>
            </a:pPr>
            <a:r>
              <a:rPr lang="en-US" b="1">
                <a:solidFill>
                  <a:schemeClr val="dk1"/>
                </a:solidFill>
                <a:latin typeface="Times New Roman"/>
                <a:ea typeface="Times New Roman"/>
                <a:cs typeface="Times New Roman"/>
                <a:sym typeface="Times New Roman"/>
              </a:rPr>
              <a:t>DormStack Features:</a:t>
            </a:r>
            <a:endParaRPr b="1">
              <a:solidFill>
                <a:schemeClr val="dk1"/>
              </a:solidFill>
              <a:latin typeface="Times New Roman"/>
              <a:ea typeface="Times New Roman"/>
              <a:cs typeface="Times New Roman"/>
              <a:sym typeface="Times New Roman"/>
            </a:endParaRPr>
          </a:p>
          <a:p>
            <a:pPr marL="457200" lvl="0" indent="-317500" rtl="0">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Dorm Creation</a:t>
            </a:r>
            <a:endParaRPr>
              <a:solidFill>
                <a:schemeClr val="dk1"/>
              </a:solidFill>
              <a:latin typeface="Times New Roman"/>
              <a:ea typeface="Times New Roman"/>
              <a:cs typeface="Times New Roman"/>
              <a:sym typeface="Times New Roman"/>
            </a:endParaRPr>
          </a:p>
          <a:p>
            <a:pPr marL="457200" lvl="0" indent="-317500" rtl="0">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Photo Creation/Viewing</a:t>
            </a:r>
            <a:endParaRPr>
              <a:solidFill>
                <a:schemeClr val="dk1"/>
              </a:solidFill>
              <a:latin typeface="Times New Roman"/>
              <a:ea typeface="Times New Roman"/>
              <a:cs typeface="Times New Roman"/>
              <a:sym typeface="Times New Roman"/>
            </a:endParaRPr>
          </a:p>
          <a:p>
            <a:pPr marL="457200" lvl="0" indent="-317500" rtl="0">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Event/Member Registration</a:t>
            </a:r>
            <a:endParaRPr>
              <a:solidFill>
                <a:schemeClr val="dk1"/>
              </a:solidFill>
              <a:latin typeface="Times New Roman"/>
              <a:ea typeface="Times New Roman"/>
              <a:cs typeface="Times New Roman"/>
              <a:sym typeface="Times New Roman"/>
            </a:endParaRPr>
          </a:p>
          <a:p>
            <a:pPr marL="457200" lvl="0" indent="-317500" rtl="0">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QR Code scanning member additions</a:t>
            </a:r>
            <a:endParaRPr>
              <a:solidFill>
                <a:schemeClr val="dk1"/>
              </a:solidFill>
              <a:latin typeface="Times New Roman"/>
              <a:ea typeface="Times New Roman"/>
              <a:cs typeface="Times New Roman"/>
              <a:sym typeface="Times New Roman"/>
            </a:endParaRPr>
          </a:p>
          <a:p>
            <a:pPr marL="457200" lvl="0" indent="-317500" rtl="0">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Role-Based Authentication</a:t>
            </a:r>
            <a:endParaRPr u="sng">
              <a:solidFill>
                <a:schemeClr val="dk1"/>
              </a:solidFill>
              <a:latin typeface="Times New Roman"/>
              <a:ea typeface="Times New Roman"/>
              <a:cs typeface="Times New Roman"/>
              <a:sym typeface="Times New Roman"/>
            </a:endParaRPr>
          </a:p>
          <a:p>
            <a:pPr marL="0" lvl="0" indent="0" rtl="0">
              <a:spcBef>
                <a:spcPts val="0"/>
              </a:spcBef>
              <a:spcAft>
                <a:spcPts val="0"/>
              </a:spcAft>
              <a:buNone/>
            </a:pPr>
            <a:endParaRPr b="1">
              <a:latin typeface="Times New Roman"/>
              <a:ea typeface="Times New Roman"/>
              <a:cs typeface="Times New Roman"/>
              <a:sym typeface="Times New Roman"/>
            </a:endParaRPr>
          </a:p>
        </p:txBody>
      </p:sp>
      <p:pic>
        <p:nvPicPr>
          <p:cNvPr id="73" name="Shape 73"/>
          <p:cNvPicPr preferRelativeResize="0"/>
          <p:nvPr/>
        </p:nvPicPr>
        <p:blipFill>
          <a:blip r:embed="rId3">
            <a:alphaModFix/>
          </a:blip>
          <a:stretch>
            <a:fillRect/>
          </a:stretch>
        </p:blipFill>
        <p:spPr>
          <a:xfrm>
            <a:off x="6383601" y="914412"/>
            <a:ext cx="2190750" cy="38965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Shape 79"/>
          <p:cNvSpPr/>
          <p:nvPr/>
        </p:nvSpPr>
        <p:spPr>
          <a:xfrm>
            <a:off x="364603" y="1752600"/>
            <a:ext cx="6283800" cy="313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Define the target market for your app. You may include factors such as age, sex, geographic location, and others.</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The primary demographic for DormStack is college students who are living in a large dormitory building. Each dorm in the DormStack is meant to be a general overview of the life of each dorm building, and is meant to have more than 100 people per dorm.</a:t>
            </a:r>
            <a:r>
              <a:rPr lang="en-US" sz="1800">
                <a:solidFill>
                  <a:schemeClr val="dk1"/>
                </a:solidFill>
                <a:latin typeface="Times New Roman"/>
                <a:ea typeface="Times New Roman"/>
                <a:cs typeface="Times New Roman"/>
                <a:sym typeface="Times New Roman"/>
              </a:rPr>
              <a:t> </a:t>
            </a:r>
            <a:endParaRPr/>
          </a:p>
          <a:p>
            <a:pPr marL="0" marR="0" lvl="0" indent="0" algn="l" rtl="0">
              <a:spcBef>
                <a:spcPts val="60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What makes your app unique? Why should people use your app instead of another app that meets a similar need? </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is different than many other social networks because the primary focus is on the relationship between a resident and the hundreds of others living in their dorm.</a:t>
            </a:r>
            <a:r>
              <a:rPr lang="en-US" sz="1600">
                <a:solidFill>
                  <a:schemeClr val="dk1"/>
                </a:solidFill>
              </a:rPr>
              <a:t> </a:t>
            </a:r>
            <a:r>
              <a:rPr lang="en-US" sz="1600">
                <a:solidFill>
                  <a:schemeClr val="dk1"/>
                </a:solidFill>
                <a:latin typeface="Times New Roman"/>
                <a:ea typeface="Times New Roman"/>
                <a:cs typeface="Times New Roman"/>
                <a:sym typeface="Times New Roman"/>
              </a:rPr>
              <a:t>The barrier for entry is extremely low as well. A user can create an account without the hassle of needing to enter copious amounts of personal information. All they need is a name, email, and profile picture and they’re good to go!</a:t>
            </a:r>
            <a:endParaRPr sz="1600"/>
          </a:p>
        </p:txBody>
      </p:sp>
      <p:sp>
        <p:nvSpPr>
          <p:cNvPr id="80" name="Shape 80"/>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Marketing</a:t>
            </a:r>
            <a:endParaRPr/>
          </a:p>
        </p:txBody>
      </p:sp>
      <p:pic>
        <p:nvPicPr>
          <p:cNvPr id="81" name="Shape 81"/>
          <p:cNvPicPr preferRelativeResize="0"/>
          <p:nvPr/>
        </p:nvPicPr>
        <p:blipFill>
          <a:blip r:embed="rId3">
            <a:alphaModFix/>
          </a:blip>
          <a:stretch>
            <a:fillRect/>
          </a:stretch>
        </p:blipFill>
        <p:spPr>
          <a:xfrm>
            <a:off x="6731916" y="4510300"/>
            <a:ext cx="2190798" cy="2190798"/>
          </a:xfrm>
          <a:prstGeom prst="rect">
            <a:avLst/>
          </a:prstGeom>
          <a:noFill/>
          <a:ln>
            <a:noFill/>
          </a:ln>
        </p:spPr>
      </p:pic>
      <p:pic>
        <p:nvPicPr>
          <p:cNvPr id="82" name="Shape 82"/>
          <p:cNvPicPr preferRelativeResize="0"/>
          <p:nvPr/>
        </p:nvPicPr>
        <p:blipFill>
          <a:blip r:embed="rId4">
            <a:alphaModFix/>
          </a:blip>
          <a:stretch>
            <a:fillRect/>
          </a:stretch>
        </p:blipFill>
        <p:spPr>
          <a:xfrm>
            <a:off x="6858028" y="914398"/>
            <a:ext cx="1938577" cy="34480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Shape 88"/>
          <p:cNvSpPr/>
          <p:nvPr/>
        </p:nvSpPr>
        <p:spPr>
          <a:xfrm>
            <a:off x="364600" y="1752600"/>
            <a:ext cx="6111900" cy="258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What platform was your app built for and why?</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Being a social network, DormStack had to be available on iOS and Android, the two types of devices that people who are college aged generally own. Any social networking app that is not available to 99% of it’s demographic will fail. It is for this reason that DormStack is developed for both iOS and Android devices.</a:t>
            </a:r>
            <a:endParaRPr sz="1600"/>
          </a:p>
          <a:p>
            <a:pPr marL="0" marR="0" lvl="0" indent="0" algn="l" rtl="0">
              <a:spcBef>
                <a:spcPts val="60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What programming language did you use to build your app? </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is built using JavaScript, and utilizes React-Native, a framework made by Facebook designed as a compatibility layer for a JavaScript interpreter, and the Java/Objective-C compilers for Android/iOS.</a:t>
            </a:r>
            <a:endParaRPr sz="1600"/>
          </a:p>
        </p:txBody>
      </p:sp>
      <p:sp>
        <p:nvSpPr>
          <p:cNvPr id="89" name="Shape 89"/>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Technology</a:t>
            </a:r>
            <a:endParaRPr/>
          </a:p>
        </p:txBody>
      </p:sp>
      <p:pic>
        <p:nvPicPr>
          <p:cNvPr id="90" name="Shape 90"/>
          <p:cNvPicPr preferRelativeResize="0"/>
          <p:nvPr/>
        </p:nvPicPr>
        <p:blipFill>
          <a:blip r:embed="rId3">
            <a:alphaModFix/>
          </a:blip>
          <a:stretch>
            <a:fillRect/>
          </a:stretch>
        </p:blipFill>
        <p:spPr>
          <a:xfrm>
            <a:off x="6609825" y="1161025"/>
            <a:ext cx="2362700" cy="4202360"/>
          </a:xfrm>
          <a:prstGeom prst="rect">
            <a:avLst/>
          </a:prstGeom>
          <a:noFill/>
          <a:ln>
            <a:noFill/>
          </a:ln>
        </p:spPr>
      </p:pic>
      <p:sp>
        <p:nvSpPr>
          <p:cNvPr id="91" name="Shape 91"/>
          <p:cNvSpPr txBox="1"/>
          <p:nvPr/>
        </p:nvSpPr>
        <p:spPr>
          <a:xfrm>
            <a:off x="6587125" y="5417750"/>
            <a:ext cx="2408100" cy="1192200"/>
          </a:xfrm>
          <a:prstGeom prst="rect">
            <a:avLst/>
          </a:prstGeom>
          <a:noFill/>
          <a:ln w="9525" cap="flat" cmpd="sng">
            <a:solidFill>
              <a:srgbClr val="1C2957"/>
            </a:solidFill>
            <a:prstDash val="solid"/>
            <a:round/>
            <a:headEnd type="none" w="sm" len="sm"/>
            <a:tailEnd type="none" w="sm" len="sm"/>
          </a:ln>
        </p:spPr>
        <p:txBody>
          <a:bodyPr spcFirstLastPara="1" wrap="square" lIns="91425" tIns="91425" rIns="91425" bIns="91425" anchor="t" anchorCtr="0">
            <a:noAutofit/>
          </a:bodyPr>
          <a:lstStyle/>
          <a:p>
            <a:pPr marL="0" lvl="0" indent="0">
              <a:spcBef>
                <a:spcPts val="0"/>
              </a:spcBef>
              <a:spcAft>
                <a:spcPts val="0"/>
              </a:spcAft>
              <a:buNone/>
            </a:pPr>
            <a:r>
              <a:rPr lang="en-US">
                <a:latin typeface="Times New Roman"/>
                <a:ea typeface="Times New Roman"/>
                <a:cs typeface="Times New Roman"/>
                <a:sym typeface="Times New Roman"/>
              </a:rPr>
              <a:t>New Images, Messages of the Day, and Events are updated automatically, and Events expire and remove themselves after their event date.</a:t>
            </a:r>
            <a:endParaRPr>
              <a:latin typeface="Times New Roman"/>
              <a:ea typeface="Times New Roman"/>
              <a:cs typeface="Times New Roman"/>
              <a:sym typeface="Times New Roman"/>
            </a:endParaRPr>
          </a:p>
        </p:txBody>
      </p:sp>
      <p:sp>
        <p:nvSpPr>
          <p:cNvPr id="92" name="Shape 92"/>
          <p:cNvSpPr/>
          <p:nvPr/>
        </p:nvSpPr>
        <p:spPr>
          <a:xfrm>
            <a:off x="8972525" y="3271625"/>
            <a:ext cx="152700" cy="1726500"/>
          </a:xfrm>
          <a:prstGeom prst="upDownArrow">
            <a:avLst>
              <a:gd name="adj1" fmla="val 50000"/>
              <a:gd name="adj2" fmla="val 50000"/>
            </a:avLst>
          </a:prstGeom>
          <a:solidFill>
            <a:srgbClr val="CDB87D"/>
          </a:solidFill>
          <a:ln w="9525" cap="flat" cmpd="sng">
            <a:solidFill>
              <a:srgbClr val="002B5E"/>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 name="Shape 93"/>
          <p:cNvSpPr/>
          <p:nvPr/>
        </p:nvSpPr>
        <p:spPr>
          <a:xfrm rot="5400000">
            <a:off x="7730750" y="1374675"/>
            <a:ext cx="152700" cy="2260500"/>
          </a:xfrm>
          <a:prstGeom prst="upDownArrow">
            <a:avLst>
              <a:gd name="adj1" fmla="val 50000"/>
              <a:gd name="adj2" fmla="val 50000"/>
            </a:avLst>
          </a:prstGeom>
          <a:solidFill>
            <a:srgbClr val="CDB87D"/>
          </a:solidFill>
          <a:ln w="9525" cap="flat" cmpd="sng">
            <a:solidFill>
              <a:srgbClr val="002B5E"/>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Shape 99"/>
          <p:cNvSpPr/>
          <p:nvPr/>
        </p:nvSpPr>
        <p:spPr>
          <a:xfrm>
            <a:off x="364603" y="1752600"/>
            <a:ext cx="6283848" cy="504753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What technologies does your app take advantage of? For example, does it use GPS to provide real-time location information? Does it interface with any data sources? </a:t>
            </a: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utilizes the phone’s camera and local storage to host photos and scan QR codes. DormStack also uses the iOS and Android push notification system to feed notifications prior dorm events to the user.</a:t>
            </a:r>
            <a:endParaRPr sz="1600"/>
          </a:p>
          <a:p>
            <a:pPr marL="0" marR="0" lvl="0" indent="0" algn="l" rtl="0">
              <a:spcBef>
                <a:spcPts val="600"/>
              </a:spcBef>
              <a:spcAft>
                <a:spcPts val="0"/>
              </a:spcAft>
              <a:buNone/>
            </a:pPr>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What resources did you use to build your app? For example, did you reference a Java tutorial on lynda.pitt.edu? Did you use Google Cloud to host a database?</a:t>
            </a: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utilizes a variety of npm packages in order to function. authentication, as well as all stored information is handled through Firebase from Google. </a:t>
            </a:r>
            <a:endParaRPr sz="1600"/>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100" name="Shape 100"/>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Technology</a:t>
            </a:r>
            <a:endParaRPr/>
          </a:p>
        </p:txBody>
      </p:sp>
      <p:pic>
        <p:nvPicPr>
          <p:cNvPr id="101" name="Shape 101"/>
          <p:cNvPicPr preferRelativeResize="0"/>
          <p:nvPr/>
        </p:nvPicPr>
        <p:blipFill>
          <a:blip r:embed="rId3">
            <a:alphaModFix/>
          </a:blip>
          <a:stretch>
            <a:fillRect/>
          </a:stretch>
        </p:blipFill>
        <p:spPr>
          <a:xfrm>
            <a:off x="6769901" y="1256400"/>
            <a:ext cx="2190750" cy="3896524"/>
          </a:xfrm>
          <a:prstGeom prst="rect">
            <a:avLst/>
          </a:prstGeom>
          <a:noFill/>
          <a:ln>
            <a:noFill/>
          </a:ln>
        </p:spPr>
      </p:pic>
      <p:sp>
        <p:nvSpPr>
          <p:cNvPr id="102" name="Shape 102"/>
          <p:cNvSpPr txBox="1"/>
          <p:nvPr/>
        </p:nvSpPr>
        <p:spPr>
          <a:xfrm>
            <a:off x="6982000" y="3347925"/>
            <a:ext cx="1755000" cy="600900"/>
          </a:xfrm>
          <a:prstGeom prst="rect">
            <a:avLst/>
          </a:prstGeom>
          <a:noFill/>
          <a:ln w="9525" cap="flat" cmpd="sng">
            <a:solidFill>
              <a:srgbClr val="FFFF00"/>
            </a:solidFill>
            <a:prstDash val="solid"/>
            <a:round/>
            <a:headEnd type="none" w="sm" len="sm"/>
            <a:tailEnd type="none" w="sm" len="sm"/>
          </a:ln>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03" name="Shape 103"/>
          <p:cNvSpPr/>
          <p:nvPr/>
        </p:nvSpPr>
        <p:spPr>
          <a:xfrm>
            <a:off x="7536175" y="3996525"/>
            <a:ext cx="658200" cy="1593000"/>
          </a:xfrm>
          <a:prstGeom prst="upArrow">
            <a:avLst>
              <a:gd name="adj1" fmla="val 50000"/>
              <a:gd name="adj2" fmla="val 50000"/>
            </a:avLst>
          </a:prstGeom>
          <a:solidFill>
            <a:srgbClr val="CDB87D"/>
          </a:solidFill>
          <a:ln w="9525" cap="flat" cmpd="sng">
            <a:solidFill>
              <a:srgbClr val="1C2957"/>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 name="Shape 104"/>
          <p:cNvSpPr txBox="1"/>
          <p:nvPr/>
        </p:nvSpPr>
        <p:spPr>
          <a:xfrm>
            <a:off x="6863725" y="5637225"/>
            <a:ext cx="2003100" cy="762900"/>
          </a:xfrm>
          <a:prstGeom prst="rect">
            <a:avLst/>
          </a:prstGeom>
          <a:noFill/>
          <a:ln w="9525" cap="flat" cmpd="sng">
            <a:solidFill>
              <a:srgbClr val="002B5E"/>
            </a:solidFill>
            <a:prstDash val="solid"/>
            <a:round/>
            <a:headEnd type="none" w="sm" len="sm"/>
            <a:tailEnd type="none" w="sm" len="sm"/>
          </a:ln>
        </p:spPr>
        <p:txBody>
          <a:bodyPr spcFirstLastPara="1" wrap="square" lIns="91425" tIns="91425" rIns="91425" bIns="91425" anchor="t" anchorCtr="0">
            <a:noAutofit/>
          </a:bodyPr>
          <a:lstStyle/>
          <a:p>
            <a:pPr marL="0" lvl="0" indent="0" algn="ctr">
              <a:spcBef>
                <a:spcPts val="0"/>
              </a:spcBef>
              <a:spcAft>
                <a:spcPts val="0"/>
              </a:spcAft>
              <a:buNone/>
            </a:pPr>
            <a:r>
              <a:rPr lang="en-US">
                <a:latin typeface="Times New Roman"/>
                <a:ea typeface="Times New Roman"/>
                <a:cs typeface="Times New Roman"/>
                <a:sym typeface="Times New Roman"/>
              </a:rPr>
              <a:t>These 2 selections are only available to Resident Assistants.</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Shape 110"/>
          <p:cNvSpPr/>
          <p:nvPr/>
        </p:nvSpPr>
        <p:spPr>
          <a:xfrm>
            <a:off x="364603" y="1752600"/>
            <a:ext cx="6283800" cy="449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What assumptions, if any, does your app make about its users? </a:t>
            </a: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DormStack was crafted with the idea users are going to want a social networking app for their dorm, and that using DormStack is much better than hanging a flyer in the hall to make students aware of events. DormStack is built for all universities will dorm life.</a:t>
            </a:r>
            <a:endParaRPr sz="1600"/>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What kind of training, if any, will people need to use your app? </a:t>
            </a: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The only thing users will need in order to use DormStack is a basic understand of how their smartphone operates, which most college aged people do.</a:t>
            </a:r>
            <a:endParaRPr sz="1600"/>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111" name="Shape 111"/>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User Experience</a:t>
            </a:r>
            <a:endParaRPr/>
          </a:p>
        </p:txBody>
      </p:sp>
      <p:pic>
        <p:nvPicPr>
          <p:cNvPr id="112" name="Shape 112"/>
          <p:cNvPicPr preferRelativeResize="0"/>
          <p:nvPr/>
        </p:nvPicPr>
        <p:blipFill>
          <a:blip r:embed="rId3">
            <a:alphaModFix/>
          </a:blip>
          <a:stretch>
            <a:fillRect/>
          </a:stretch>
        </p:blipFill>
        <p:spPr>
          <a:xfrm>
            <a:off x="6743626" y="2687175"/>
            <a:ext cx="2190750" cy="3896524"/>
          </a:xfrm>
          <a:prstGeom prst="rect">
            <a:avLst/>
          </a:prstGeom>
          <a:noFill/>
          <a:ln>
            <a:noFill/>
          </a:ln>
        </p:spPr>
      </p:pic>
      <p:sp>
        <p:nvSpPr>
          <p:cNvPr id="113" name="Shape 113"/>
          <p:cNvSpPr/>
          <p:nvPr/>
        </p:nvSpPr>
        <p:spPr>
          <a:xfrm rot="10800000">
            <a:off x="8358300" y="2290475"/>
            <a:ext cx="354000" cy="838200"/>
          </a:xfrm>
          <a:prstGeom prst="upArrow">
            <a:avLst>
              <a:gd name="adj1" fmla="val 50000"/>
              <a:gd name="adj2" fmla="val 50000"/>
            </a:avLst>
          </a:prstGeom>
          <a:solidFill>
            <a:srgbClr val="CDB87D"/>
          </a:solidFill>
          <a:ln w="9525" cap="flat" cmpd="sng">
            <a:solidFill>
              <a:srgbClr val="1C2957"/>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p>
        </p:txBody>
      </p:sp>
      <p:sp>
        <p:nvSpPr>
          <p:cNvPr id="114" name="Shape 114"/>
          <p:cNvSpPr txBox="1"/>
          <p:nvPr/>
        </p:nvSpPr>
        <p:spPr>
          <a:xfrm>
            <a:off x="7277575" y="1695375"/>
            <a:ext cx="1740300" cy="532800"/>
          </a:xfrm>
          <a:prstGeom prst="rect">
            <a:avLst/>
          </a:prstGeom>
          <a:noFill/>
          <a:ln w="9525" cap="flat" cmpd="sng">
            <a:solidFill>
              <a:srgbClr val="002B5E"/>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Users join based on university</a:t>
            </a:r>
            <a:endParaRPr>
              <a:latin typeface="Times New Roman"/>
              <a:ea typeface="Times New Roman"/>
              <a:cs typeface="Times New Roman"/>
              <a:sym typeface="Times New Roman"/>
            </a:endParaRPr>
          </a:p>
        </p:txBody>
      </p:sp>
      <p:sp>
        <p:nvSpPr>
          <p:cNvPr id="115" name="Shape 115"/>
          <p:cNvSpPr/>
          <p:nvPr/>
        </p:nvSpPr>
        <p:spPr>
          <a:xfrm rot="5032138">
            <a:off x="6294569" y="5075376"/>
            <a:ext cx="353924" cy="838149"/>
          </a:xfrm>
          <a:prstGeom prst="upArrow">
            <a:avLst>
              <a:gd name="adj1" fmla="val 50000"/>
              <a:gd name="adj2" fmla="val 50000"/>
            </a:avLst>
          </a:prstGeom>
          <a:solidFill>
            <a:srgbClr val="CDB87D"/>
          </a:solidFill>
          <a:ln w="9525" cap="flat" cmpd="sng">
            <a:solidFill>
              <a:srgbClr val="1C2957"/>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p>
        </p:txBody>
      </p:sp>
      <p:sp>
        <p:nvSpPr>
          <p:cNvPr id="116" name="Shape 116"/>
          <p:cNvSpPr txBox="1"/>
          <p:nvPr/>
        </p:nvSpPr>
        <p:spPr>
          <a:xfrm>
            <a:off x="4238375" y="5273950"/>
            <a:ext cx="1740300" cy="1173900"/>
          </a:xfrm>
          <a:prstGeom prst="rect">
            <a:avLst/>
          </a:prstGeom>
          <a:noFill/>
          <a:ln w="9525" cap="flat" cmpd="sng">
            <a:solidFill>
              <a:srgbClr val="002B5E"/>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US">
                <a:latin typeface="Times New Roman"/>
                <a:ea typeface="Times New Roman"/>
                <a:cs typeface="Times New Roman"/>
                <a:sym typeface="Times New Roman"/>
              </a:rPr>
              <a:t>Selecting one of these will open either the phone’s camera or local image storage</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p:nvPr/>
        </p:nvSpPr>
        <p:spPr>
          <a:xfrm>
            <a:off x="364603" y="1752600"/>
            <a:ext cx="6283848" cy="34163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a:solidFill>
                  <a:schemeClr val="dk1"/>
                </a:solidFill>
                <a:latin typeface="Times New Roman"/>
                <a:ea typeface="Times New Roman"/>
                <a:cs typeface="Times New Roman"/>
                <a:sym typeface="Times New Roman"/>
              </a:rPr>
              <a:t>What enhancements, if any, could you add to the app that have not already been introduced?</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If I had more time to work on the app, I would have added a “DormChat” feature where each dorm would have an open chat room for people to communicate on.</a:t>
            </a:r>
            <a:endParaRPr sz="1600"/>
          </a:p>
          <a:p>
            <a:pPr marL="0" marR="0" lvl="0" indent="0" algn="l" rtl="0">
              <a:spcBef>
                <a:spcPts val="60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800" b="1" i="0" u="none" strike="noStrike" cap="none">
                <a:solidFill>
                  <a:schemeClr val="dk1"/>
                </a:solidFill>
                <a:latin typeface="Times New Roman"/>
                <a:ea typeface="Times New Roman"/>
                <a:cs typeface="Times New Roman"/>
                <a:sym typeface="Times New Roman"/>
              </a:rPr>
              <a:t>What are the major steps required to fully distribute your app from its current development state? How long do you estimate that would take? </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US" sz="1600">
                <a:solidFill>
                  <a:schemeClr val="dk1"/>
                </a:solidFill>
                <a:latin typeface="Times New Roman"/>
                <a:ea typeface="Times New Roman"/>
                <a:cs typeface="Times New Roman"/>
                <a:sym typeface="Times New Roman"/>
              </a:rPr>
              <a:t>The actual DormStack mobile application is feature complete for the scope of my project, however the Firebase database that stores the data needs rules for the actual types of data that users are able to read and write. DormStack could be distributed onto an app store in less than 30 hours of work</a:t>
            </a:r>
            <a:endParaRPr sz="1600"/>
          </a:p>
        </p:txBody>
      </p:sp>
      <p:sp>
        <p:nvSpPr>
          <p:cNvPr id="123" name="Shape 123"/>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Looking Forward</a:t>
            </a:r>
            <a:endParaRPr/>
          </a:p>
        </p:txBody>
      </p:sp>
      <p:pic>
        <p:nvPicPr>
          <p:cNvPr id="124" name="Shape 124"/>
          <p:cNvPicPr preferRelativeResize="0"/>
          <p:nvPr/>
        </p:nvPicPr>
        <p:blipFill>
          <a:blip r:embed="rId3">
            <a:alphaModFix/>
          </a:blip>
          <a:stretch>
            <a:fillRect/>
          </a:stretch>
        </p:blipFill>
        <p:spPr>
          <a:xfrm>
            <a:off x="6734101" y="1512500"/>
            <a:ext cx="2190750" cy="3896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126124" y="914400"/>
            <a:ext cx="8891751" cy="838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a:t>DormStack</a:t>
            </a:r>
            <a:r>
              <a:rPr lang="en-US" sz="3200" b="1" i="0" u="none" strike="noStrike" cap="none">
                <a:solidFill>
                  <a:srgbClr val="948151"/>
                </a:solidFill>
                <a:latin typeface="Times New Roman"/>
                <a:ea typeface="Times New Roman"/>
                <a:cs typeface="Times New Roman"/>
                <a:sym typeface="Times New Roman"/>
              </a:rPr>
              <a:t>: Video Demo</a:t>
            </a:r>
            <a:endParaRPr/>
          </a:p>
        </p:txBody>
      </p:sp>
      <p:pic>
        <p:nvPicPr>
          <p:cNvPr id="5" name="Online Media 4">
            <a:hlinkClick r:id="" action="ppaction://media"/>
            <a:extLst>
              <a:ext uri="{FF2B5EF4-FFF2-40B4-BE49-F238E27FC236}">
                <a16:creationId xmlns:a16="http://schemas.microsoft.com/office/drawing/2014/main" id="{F72FCC9E-4A02-4546-8FA1-03F3BC275215}"/>
              </a:ext>
            </a:extLst>
          </p:cNvPr>
          <p:cNvPicPr>
            <a:picLocks noRot="1" noChangeAspect="1"/>
          </p:cNvPicPr>
          <p:nvPr>
            <a:videoFile r:link="rId1"/>
          </p:nvPr>
        </p:nvPicPr>
        <p:blipFill>
          <a:blip r:embed="rId4"/>
          <a:stretch>
            <a:fillRect/>
          </a:stretch>
        </p:blipFill>
        <p:spPr>
          <a:xfrm>
            <a:off x="1363133" y="1758951"/>
            <a:ext cx="6527799" cy="4895849"/>
          </a:xfrm>
          <a:prstGeom prst="rect">
            <a:avLst/>
          </a:prstGeom>
        </p:spPr>
      </p:pic>
    </p:spTree>
  </p:cSld>
  <p:clrMapOvr>
    <a:masterClrMapping/>
  </p:clrMapOvr>
</p:sld>
</file>

<file path=ppt/theme/theme1.xml><?xml version="1.0" encoding="utf-8"?>
<a:theme xmlns:a="http://schemas.openxmlformats.org/drawingml/2006/main" name="PittWhite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926</Words>
  <Application>Microsoft Office PowerPoint</Application>
  <PresentationFormat>On-screen Show (4:3)</PresentationFormat>
  <Paragraphs>59</Paragraphs>
  <Slides>8</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Georgia</vt:lpstr>
      <vt:lpstr>Times New Roman</vt:lpstr>
      <vt:lpstr>PittWhiteTemplate</vt:lpstr>
      <vt:lpstr>PowerPoint Presentation</vt:lpstr>
      <vt:lpstr>DormStack: Overview</vt:lpstr>
      <vt:lpstr>DormStack: Marketing</vt:lpstr>
      <vt:lpstr>DormStack: Technology</vt:lpstr>
      <vt:lpstr>DormStack: Technology</vt:lpstr>
      <vt:lpstr>DormStack: User Experience</vt:lpstr>
      <vt:lpstr>DormStack: Looking Forward</vt:lpstr>
      <vt:lpstr>DormStack: Video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Cerini, Holly Lovell</dc:creator>
  <cp:lastModifiedBy>Cerini, Holly Lovell</cp:lastModifiedBy>
  <cp:revision>4</cp:revision>
  <dcterms:modified xsi:type="dcterms:W3CDTF">2018-04-09T21:08:45Z</dcterms:modified>
</cp:coreProperties>
</file>